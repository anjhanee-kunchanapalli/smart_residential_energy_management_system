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6" r:id="rId1"/>
  </p:sldMasterIdLst>
  <p:sldIdLst>
    <p:sldId id="256" r:id="rId2"/>
    <p:sldId id="257" r:id="rId3"/>
    <p:sldId id="266" r:id="rId4"/>
    <p:sldId id="258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788B8E-2690-4FCF-81C9-21F83C6F05D8}" v="102" dt="2025-12-05T16:35:32.361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udhvini K" userId="799660341325b3ca" providerId="LiveId" clId="{016402AB-923D-4370-8BCB-8B892640801C}"/>
    <pc:docChg chg="undo custSel addSld delSld modSld">
      <pc:chgData name="Prudhvini K" userId="799660341325b3ca" providerId="LiveId" clId="{016402AB-923D-4370-8BCB-8B892640801C}" dt="2025-12-05T16:52:47.424" v="1344" actId="26606"/>
      <pc:docMkLst>
        <pc:docMk/>
      </pc:docMkLst>
      <pc:sldChg chg="addSp delSp modSp mod setBg setClrOvrMap">
        <pc:chgData name="Prudhvini K" userId="799660341325b3ca" providerId="LiveId" clId="{016402AB-923D-4370-8BCB-8B892640801C}" dt="2025-12-05T16:52:47.424" v="1344" actId="26606"/>
        <pc:sldMkLst>
          <pc:docMk/>
          <pc:sldMk cId="2347217339" sldId="256"/>
        </pc:sldMkLst>
        <pc:spChg chg="mod">
          <ac:chgData name="Prudhvini K" userId="799660341325b3ca" providerId="LiveId" clId="{016402AB-923D-4370-8BCB-8B892640801C}" dt="2025-12-05T16:52:47.424" v="1344" actId="26606"/>
          <ac:spMkLst>
            <pc:docMk/>
            <pc:sldMk cId="2347217339" sldId="256"/>
            <ac:spMk id="2" creationId="{A98FB276-F2C0-9D3F-8808-B46BFB187B33}"/>
          </ac:spMkLst>
        </pc:spChg>
        <pc:spChg chg="add mod">
          <ac:chgData name="Prudhvini K" userId="799660341325b3ca" providerId="LiveId" clId="{016402AB-923D-4370-8BCB-8B892640801C}" dt="2025-12-05T16:52:47.424" v="1344" actId="26606"/>
          <ac:spMkLst>
            <pc:docMk/>
            <pc:sldMk cId="2347217339" sldId="256"/>
            <ac:spMk id="5" creationId="{354B979A-6F07-15F5-19B9-0ADF56265EAC}"/>
          </ac:spMkLst>
        </pc:spChg>
        <pc:spChg chg="del">
          <ac:chgData name="Prudhvini K" userId="799660341325b3ca" providerId="LiveId" clId="{016402AB-923D-4370-8BCB-8B892640801C}" dt="2025-12-05T16:38:45.440" v="1130" actId="26606"/>
          <ac:spMkLst>
            <pc:docMk/>
            <pc:sldMk cId="2347217339" sldId="256"/>
            <ac:spMk id="8" creationId="{A70E44F7-1AE7-45C1-BB2F-447BC47EA0F3}"/>
          </ac:spMkLst>
        </pc:spChg>
        <pc:spChg chg="add del">
          <ac:chgData name="Prudhvini K" userId="799660341325b3ca" providerId="LiveId" clId="{016402AB-923D-4370-8BCB-8B892640801C}" dt="2025-12-05T16:52:47.424" v="1344" actId="26606"/>
          <ac:spMkLst>
            <pc:docMk/>
            <pc:sldMk cId="2347217339" sldId="256"/>
            <ac:spMk id="13" creationId="{42F4AC62-EC78-4578-85F3-05A4CEBD3FD1}"/>
          </ac:spMkLst>
        </pc:spChg>
        <pc:spChg chg="add del">
          <ac:chgData name="Prudhvini K" userId="799660341325b3ca" providerId="LiveId" clId="{016402AB-923D-4370-8BCB-8B892640801C}" dt="2025-12-05T16:52:47.424" v="1344" actId="26606"/>
          <ac:spMkLst>
            <pc:docMk/>
            <pc:sldMk cId="2347217339" sldId="256"/>
            <ac:spMk id="15" creationId="{60988A71-02BB-4403-9321-68D5EC656075}"/>
          </ac:spMkLst>
        </pc:spChg>
        <pc:spChg chg="add">
          <ac:chgData name="Prudhvini K" userId="799660341325b3ca" providerId="LiveId" clId="{016402AB-923D-4370-8BCB-8B892640801C}" dt="2025-12-05T16:52:47.424" v="1344" actId="26606"/>
          <ac:spMkLst>
            <pc:docMk/>
            <pc:sldMk cId="2347217339" sldId="256"/>
            <ac:spMk id="17" creationId="{EC7FF834-B204-4967-8D47-8BB36EAF0EF5}"/>
          </ac:spMkLst>
        </pc:spChg>
        <pc:spChg chg="add">
          <ac:chgData name="Prudhvini K" userId="799660341325b3ca" providerId="LiveId" clId="{016402AB-923D-4370-8BCB-8B892640801C}" dt="2025-12-05T16:52:47.424" v="1344" actId="26606"/>
          <ac:spMkLst>
            <pc:docMk/>
            <pc:sldMk cId="2347217339" sldId="256"/>
            <ac:spMk id="18" creationId="{F780A22D-61EA-43E3-BD94-3E39CF902160}"/>
          </ac:spMkLst>
        </pc:spChg>
        <pc:spChg chg="add del">
          <ac:chgData name="Prudhvini K" userId="799660341325b3ca" providerId="LiveId" clId="{016402AB-923D-4370-8BCB-8B892640801C}" dt="2025-12-05T16:49:36.126" v="1343" actId="26606"/>
          <ac:spMkLst>
            <pc:docMk/>
            <pc:sldMk cId="2347217339" sldId="256"/>
            <ac:spMk id="20" creationId="{3ED03601-4724-4293-A32A-3A0879C5D491}"/>
          </ac:spMkLst>
        </pc:spChg>
        <pc:spChg chg="add del">
          <ac:chgData name="Prudhvini K" userId="799660341325b3ca" providerId="LiveId" clId="{016402AB-923D-4370-8BCB-8B892640801C}" dt="2025-12-05T16:49:36.126" v="1343" actId="26606"/>
          <ac:spMkLst>
            <pc:docMk/>
            <pc:sldMk cId="2347217339" sldId="256"/>
            <ac:spMk id="22" creationId="{5E433AC3-E189-483B-9E8C-DFD5D2A18641}"/>
          </ac:spMkLst>
        </pc:spChg>
        <pc:picChg chg="mod ord">
          <ac:chgData name="Prudhvini K" userId="799660341325b3ca" providerId="LiveId" clId="{016402AB-923D-4370-8BCB-8B892640801C}" dt="2025-12-05T16:52:47.424" v="1344" actId="26606"/>
          <ac:picMkLst>
            <pc:docMk/>
            <pc:sldMk cId="2347217339" sldId="256"/>
            <ac:picMk id="4" creationId="{713C7E84-1CF2-2EB9-24B0-8618F9E0C66B}"/>
          </ac:picMkLst>
        </pc:picChg>
      </pc:sldChg>
      <pc:sldChg chg="addSp delSp modSp mod setBg setClrOvrMap">
        <pc:chgData name="Prudhvini K" userId="799660341325b3ca" providerId="LiveId" clId="{016402AB-923D-4370-8BCB-8B892640801C}" dt="2025-12-05T16:39:08.830" v="1133" actId="26606"/>
        <pc:sldMkLst>
          <pc:docMk/>
          <pc:sldMk cId="3486804463" sldId="257"/>
        </pc:sldMkLst>
        <pc:spChg chg="mod">
          <ac:chgData name="Prudhvini K" userId="799660341325b3ca" providerId="LiveId" clId="{016402AB-923D-4370-8BCB-8B892640801C}" dt="2025-12-05T16:39:08.830" v="1132" actId="26606"/>
          <ac:spMkLst>
            <pc:docMk/>
            <pc:sldMk cId="3486804463" sldId="257"/>
            <ac:spMk id="3" creationId="{AEF76E7D-8CAA-00E5-13FE-8FB4B3B6AB57}"/>
          </ac:spMkLst>
        </pc:spChg>
        <pc:spChg chg="mod">
          <ac:chgData name="Prudhvini K" userId="799660341325b3ca" providerId="LiveId" clId="{016402AB-923D-4370-8BCB-8B892640801C}" dt="2025-12-05T16:39:08.830" v="1132" actId="26606"/>
          <ac:spMkLst>
            <pc:docMk/>
            <pc:sldMk cId="3486804463" sldId="257"/>
            <ac:spMk id="7" creationId="{8603AA69-7B43-D811-A7F0-D3ACB31ACC2A}"/>
          </ac:spMkLst>
        </pc:spChg>
        <pc:spChg chg="add del">
          <ac:chgData name="Prudhvini K" userId="799660341325b3ca" providerId="LiveId" clId="{016402AB-923D-4370-8BCB-8B892640801C}" dt="2025-12-05T16:27:11.335" v="1085" actId="26606"/>
          <ac:spMkLst>
            <pc:docMk/>
            <pc:sldMk cId="3486804463" sldId="257"/>
            <ac:spMk id="12" creationId="{FB403EBD-907E-4D59-98D4-A72CD1063C62}"/>
          </ac:spMkLst>
        </pc:spChg>
        <pc:spChg chg="add del">
          <ac:chgData name="Prudhvini K" userId="799660341325b3ca" providerId="LiveId" clId="{016402AB-923D-4370-8BCB-8B892640801C}" dt="2025-12-05T16:27:15.081" v="1087" actId="26606"/>
          <ac:spMkLst>
            <pc:docMk/>
            <pc:sldMk cId="3486804463" sldId="257"/>
            <ac:spMk id="14" creationId="{0D65299F-028F-4AFC-B46A-8DB33E20FE4A}"/>
          </ac:spMkLst>
        </pc:spChg>
        <pc:spChg chg="add del">
          <ac:chgData name="Prudhvini K" userId="799660341325b3ca" providerId="LiveId" clId="{016402AB-923D-4370-8BCB-8B892640801C}" dt="2025-12-05T16:27:15.081" v="1087" actId="26606"/>
          <ac:spMkLst>
            <pc:docMk/>
            <pc:sldMk cId="3486804463" sldId="257"/>
            <ac:spMk id="15" creationId="{2AEFFFF2-9EB4-4B6C-B9F8-2BA3EF89A21C}"/>
          </ac:spMkLst>
        </pc:spChg>
        <pc:spChg chg="add del">
          <ac:chgData name="Prudhvini K" userId="799660341325b3ca" providerId="LiveId" clId="{016402AB-923D-4370-8BCB-8B892640801C}" dt="2025-12-05T16:27:15.081" v="1087" actId="26606"/>
          <ac:spMkLst>
            <pc:docMk/>
            <pc:sldMk cId="3486804463" sldId="257"/>
            <ac:spMk id="16" creationId="{BAC87F6E-526A-49B5-995D-42DB656594C9}"/>
          </ac:spMkLst>
        </pc:spChg>
        <pc:spChg chg="add del">
          <ac:chgData name="Prudhvini K" userId="799660341325b3ca" providerId="LiveId" clId="{016402AB-923D-4370-8BCB-8B892640801C}" dt="2025-12-05T16:39:08.830" v="1133" actId="26606"/>
          <ac:spMkLst>
            <pc:docMk/>
            <pc:sldMk cId="3486804463" sldId="257"/>
            <ac:spMk id="18" creationId="{C33976D1-3430-450C-A978-87A9A6E8E71F}"/>
          </ac:spMkLst>
        </pc:spChg>
        <pc:spChg chg="add del">
          <ac:chgData name="Prudhvini K" userId="799660341325b3ca" providerId="LiveId" clId="{016402AB-923D-4370-8BCB-8B892640801C}" dt="2025-12-05T16:39:08.830" v="1133" actId="26606"/>
          <ac:spMkLst>
            <pc:docMk/>
            <pc:sldMk cId="3486804463" sldId="257"/>
            <ac:spMk id="19" creationId="{7D6AAC78-7D86-415A-ADC1-2B474807960C}"/>
          </ac:spMkLst>
        </pc:spChg>
        <pc:spChg chg="add del">
          <ac:chgData name="Prudhvini K" userId="799660341325b3ca" providerId="LiveId" clId="{016402AB-923D-4370-8BCB-8B892640801C}" dt="2025-12-05T16:39:08.830" v="1133" actId="26606"/>
          <ac:spMkLst>
            <pc:docMk/>
            <pc:sldMk cId="3486804463" sldId="257"/>
            <ac:spMk id="20" creationId="{F2A658D9-F185-44F1-BA33-D50320D1D078}"/>
          </ac:spMkLst>
        </pc:spChg>
        <pc:spChg chg="add del">
          <ac:chgData name="Prudhvini K" userId="799660341325b3ca" providerId="LiveId" clId="{016402AB-923D-4370-8BCB-8B892640801C}" dt="2025-12-05T16:39:08.830" v="1132" actId="26606"/>
          <ac:spMkLst>
            <pc:docMk/>
            <pc:sldMk cId="3486804463" sldId="257"/>
            <ac:spMk id="25" creationId="{49553BAA-9CA0-438B-86B1-A7EBDDAADBE0}"/>
          </ac:spMkLst>
        </pc:spChg>
        <pc:spChg chg="add">
          <ac:chgData name="Prudhvini K" userId="799660341325b3ca" providerId="LiveId" clId="{016402AB-923D-4370-8BCB-8B892640801C}" dt="2025-12-05T16:39:08.830" v="1133" actId="26606"/>
          <ac:spMkLst>
            <pc:docMk/>
            <pc:sldMk cId="3486804463" sldId="257"/>
            <ac:spMk id="27" creationId="{7D6AAC78-7D86-415A-ADC1-2B474807960C}"/>
          </ac:spMkLst>
        </pc:spChg>
        <pc:spChg chg="add">
          <ac:chgData name="Prudhvini K" userId="799660341325b3ca" providerId="LiveId" clId="{016402AB-923D-4370-8BCB-8B892640801C}" dt="2025-12-05T16:39:08.830" v="1133" actId="26606"/>
          <ac:spMkLst>
            <pc:docMk/>
            <pc:sldMk cId="3486804463" sldId="257"/>
            <ac:spMk id="28" creationId="{C33976D1-3430-450C-A978-87A9A6E8E71F}"/>
          </ac:spMkLst>
        </pc:spChg>
        <pc:spChg chg="add">
          <ac:chgData name="Prudhvini K" userId="799660341325b3ca" providerId="LiveId" clId="{016402AB-923D-4370-8BCB-8B892640801C}" dt="2025-12-05T16:39:08.830" v="1133" actId="26606"/>
          <ac:spMkLst>
            <pc:docMk/>
            <pc:sldMk cId="3486804463" sldId="257"/>
            <ac:spMk id="29" creationId="{F2A658D9-F185-44F1-BA33-D50320D1D078}"/>
          </ac:spMkLst>
        </pc:spChg>
        <pc:picChg chg="add del">
          <ac:chgData name="Prudhvini K" userId="799660341325b3ca" providerId="LiveId" clId="{016402AB-923D-4370-8BCB-8B892640801C}" dt="2025-12-05T16:26:38.382" v="1083" actId="478"/>
          <ac:picMkLst>
            <pc:docMk/>
            <pc:sldMk cId="3486804463" sldId="257"/>
            <ac:picMk id="9" creationId="{6E5F1873-3698-C76D-CE62-EEB160E58438}"/>
          </ac:picMkLst>
        </pc:picChg>
      </pc:sldChg>
      <pc:sldChg chg="addSp delSp modSp mod setBg setClrOvrMap">
        <pc:chgData name="Prudhvini K" userId="799660341325b3ca" providerId="LiveId" clId="{016402AB-923D-4370-8BCB-8B892640801C}" dt="2025-12-05T16:44:12.764" v="1341" actId="1076"/>
        <pc:sldMkLst>
          <pc:docMk/>
          <pc:sldMk cId="4206910881" sldId="258"/>
        </pc:sldMkLst>
        <pc:spChg chg="del">
          <ac:chgData name="Prudhvini K" userId="799660341325b3ca" providerId="LiveId" clId="{016402AB-923D-4370-8BCB-8B892640801C}" dt="2025-12-05T14:33:06.110" v="49" actId="478"/>
          <ac:spMkLst>
            <pc:docMk/>
            <pc:sldMk cId="4206910881" sldId="258"/>
            <ac:spMk id="2" creationId="{C1FD233E-C8A9-BC54-9BDF-4A0EF20A7C58}"/>
          </ac:spMkLst>
        </pc:spChg>
        <pc:spChg chg="add del mod">
          <ac:chgData name="Prudhvini K" userId="799660341325b3ca" providerId="LiveId" clId="{016402AB-923D-4370-8BCB-8B892640801C}" dt="2025-12-05T15:48:13.965" v="769" actId="478"/>
          <ac:spMkLst>
            <pc:docMk/>
            <pc:sldMk cId="4206910881" sldId="258"/>
            <ac:spMk id="2" creationId="{EFAB6422-E7F0-6FF4-7671-6CB203BBE299}"/>
          </ac:spMkLst>
        </pc:spChg>
        <pc:spChg chg="del mod">
          <ac:chgData name="Prudhvini K" userId="799660341325b3ca" providerId="LiveId" clId="{016402AB-923D-4370-8BCB-8B892640801C}" dt="2025-12-05T14:33:02.171" v="48" actId="478"/>
          <ac:spMkLst>
            <pc:docMk/>
            <pc:sldMk cId="4206910881" sldId="258"/>
            <ac:spMk id="3" creationId="{016568B9-9F1A-117F-5B1F-48AD60A79E68}"/>
          </ac:spMkLst>
        </pc:spChg>
        <pc:spChg chg="add mod">
          <ac:chgData name="Prudhvini K" userId="799660341325b3ca" providerId="LiveId" clId="{016402AB-923D-4370-8BCB-8B892640801C}" dt="2025-12-05T16:25:07.284" v="1081" actId="207"/>
          <ac:spMkLst>
            <pc:docMk/>
            <pc:sldMk cId="4206910881" sldId="258"/>
            <ac:spMk id="4" creationId="{2D16286D-60DC-2EFA-066B-EB1C185EAC47}"/>
          </ac:spMkLst>
        </pc:spChg>
        <pc:spChg chg="del mod">
          <ac:chgData name="Prudhvini K" userId="799660341325b3ca" providerId="LiveId" clId="{016402AB-923D-4370-8BCB-8B892640801C}" dt="2025-12-05T14:34:32.931" v="82" actId="478"/>
          <ac:spMkLst>
            <pc:docMk/>
            <pc:sldMk cId="4206910881" sldId="258"/>
            <ac:spMk id="4" creationId="{A6114D48-5A79-F200-6804-3ACD598404EF}"/>
          </ac:spMkLst>
        </pc:spChg>
        <pc:spChg chg="add mod">
          <ac:chgData name="Prudhvini K" userId="799660341325b3ca" providerId="LiveId" clId="{016402AB-923D-4370-8BCB-8B892640801C}" dt="2025-12-05T16:44:12.764" v="1341" actId="1076"/>
          <ac:spMkLst>
            <pc:docMk/>
            <pc:sldMk cId="4206910881" sldId="258"/>
            <ac:spMk id="6" creationId="{0388F0F4-6601-837F-9AA1-C1077D48B65F}"/>
          </ac:spMkLst>
        </pc:spChg>
        <pc:spChg chg="add del mod">
          <ac:chgData name="Prudhvini K" userId="799660341325b3ca" providerId="LiveId" clId="{016402AB-923D-4370-8BCB-8B892640801C}" dt="2025-12-05T14:33:52.632" v="54" actId="478"/>
          <ac:spMkLst>
            <pc:docMk/>
            <pc:sldMk cId="4206910881" sldId="258"/>
            <ac:spMk id="6" creationId="{2681A2D5-E671-ECAA-61CE-7E8BE5CBA01B}"/>
          </ac:spMkLst>
        </pc:spChg>
        <pc:spChg chg="del mod">
          <ac:chgData name="Prudhvini K" userId="799660341325b3ca" providerId="LiveId" clId="{016402AB-923D-4370-8BCB-8B892640801C}" dt="2025-12-05T14:36:39.273" v="90" actId="478"/>
          <ac:spMkLst>
            <pc:docMk/>
            <pc:sldMk cId="4206910881" sldId="258"/>
            <ac:spMk id="7" creationId="{E7689A31-06C2-B34F-491D-A3699E54835B}"/>
          </ac:spMkLst>
        </pc:spChg>
        <pc:spChg chg="add del mod ord">
          <ac:chgData name="Prudhvini K" userId="799660341325b3ca" providerId="LiveId" clId="{016402AB-923D-4370-8BCB-8B892640801C}" dt="2025-12-05T15:41:12.223" v="731" actId="26606"/>
          <ac:spMkLst>
            <pc:docMk/>
            <pc:sldMk cId="4206910881" sldId="258"/>
            <ac:spMk id="8" creationId="{2C58F579-AF84-9E18-82D1-D613EA8A7868}"/>
          </ac:spMkLst>
        </pc:spChg>
        <pc:spChg chg="add">
          <ac:chgData name="Prudhvini K" userId="799660341325b3ca" providerId="LiveId" clId="{016402AB-923D-4370-8BCB-8B892640801C}" dt="2025-12-05T14:34:26.988" v="78"/>
          <ac:spMkLst>
            <pc:docMk/>
            <pc:sldMk cId="4206910881" sldId="258"/>
            <ac:spMk id="9" creationId="{7E32B3E3-906A-7F9A-F2D8-4873CDC8011B}"/>
          </ac:spMkLst>
        </pc:spChg>
        <pc:spChg chg="add del">
          <ac:chgData name="Prudhvini K" userId="799660341325b3ca" providerId="LiveId" clId="{016402AB-923D-4370-8BCB-8B892640801C}" dt="2025-12-05T14:34:32.931" v="82" actId="478"/>
          <ac:spMkLst>
            <pc:docMk/>
            <pc:sldMk cId="4206910881" sldId="258"/>
            <ac:spMk id="10" creationId="{56058493-A8BA-11E0-77FC-5771798F9CB5}"/>
          </ac:spMkLst>
        </pc:spChg>
        <pc:spChg chg="add del mod">
          <ac:chgData name="Prudhvini K" userId="799660341325b3ca" providerId="LiveId" clId="{016402AB-923D-4370-8BCB-8B892640801C}" dt="2025-12-05T15:40:09.228" v="711"/>
          <ac:spMkLst>
            <pc:docMk/>
            <pc:sldMk cId="4206910881" sldId="258"/>
            <ac:spMk id="11" creationId="{4269FB91-2C84-E264-C36C-444090A21225}"/>
          </ac:spMkLst>
        </pc:spChg>
        <pc:spChg chg="add del mod">
          <ac:chgData name="Prudhvini K" userId="799660341325b3ca" providerId="LiveId" clId="{016402AB-923D-4370-8BCB-8B892640801C}" dt="2025-12-05T14:39:23.997" v="123" actId="478"/>
          <ac:spMkLst>
            <pc:docMk/>
            <pc:sldMk cId="4206910881" sldId="258"/>
            <ac:spMk id="13" creationId="{BCE09B24-08DB-71B6-BF97-49C2C18DCDDE}"/>
          </ac:spMkLst>
        </pc:spChg>
        <pc:spChg chg="add del mod">
          <ac:chgData name="Prudhvini K" userId="799660341325b3ca" providerId="LiveId" clId="{016402AB-923D-4370-8BCB-8B892640801C}" dt="2025-12-05T14:42:04.576" v="142" actId="478"/>
          <ac:spMkLst>
            <pc:docMk/>
            <pc:sldMk cId="4206910881" sldId="258"/>
            <ac:spMk id="15" creationId="{BBF77787-A29C-5CA6-E622-86FC4C781790}"/>
          </ac:spMkLst>
        </pc:spChg>
        <pc:spChg chg="add del mod">
          <ac:chgData name="Prudhvini K" userId="799660341325b3ca" providerId="LiveId" clId="{016402AB-923D-4370-8BCB-8B892640801C}" dt="2025-12-05T14:39:37.224" v="127" actId="478"/>
          <ac:spMkLst>
            <pc:docMk/>
            <pc:sldMk cId="4206910881" sldId="258"/>
            <ac:spMk id="17" creationId="{8984B9AC-247A-9E16-6A74-E07B9E114720}"/>
          </ac:spMkLst>
        </pc:spChg>
        <pc:spChg chg="add del mod">
          <ac:chgData name="Prudhvini K" userId="799660341325b3ca" providerId="LiveId" clId="{016402AB-923D-4370-8BCB-8B892640801C}" dt="2025-12-05T16:43:07.741" v="1328" actId="478"/>
          <ac:spMkLst>
            <pc:docMk/>
            <pc:sldMk cId="4206910881" sldId="258"/>
            <ac:spMk id="19" creationId="{AB0EFACE-D92F-CDA9-777E-FD15767695B2}"/>
          </ac:spMkLst>
        </pc:spChg>
        <pc:spChg chg="add del mod">
          <ac:chgData name="Prudhvini K" userId="799660341325b3ca" providerId="LiveId" clId="{016402AB-923D-4370-8BCB-8B892640801C}" dt="2025-12-05T15:40:33.761" v="719"/>
          <ac:spMkLst>
            <pc:docMk/>
            <pc:sldMk cId="4206910881" sldId="258"/>
            <ac:spMk id="21" creationId="{2F334096-BA09-2DA7-C60E-FB157E7C6461}"/>
          </ac:spMkLst>
        </pc:spChg>
        <pc:spChg chg="add del">
          <ac:chgData name="Prudhvini K" userId="799660341325b3ca" providerId="LiveId" clId="{016402AB-923D-4370-8BCB-8B892640801C}" dt="2025-12-05T15:41:03.713" v="726" actId="26606"/>
          <ac:spMkLst>
            <pc:docMk/>
            <pc:sldMk cId="4206910881" sldId="258"/>
            <ac:spMk id="24" creationId="{87D3A4E0-C908-4EA9-ABDF-E82AD6BDEF9D}"/>
          </ac:spMkLst>
        </pc:spChg>
        <pc:graphicFrameChg chg="add mod modGraphic">
          <ac:chgData name="Prudhvini K" userId="799660341325b3ca" providerId="LiveId" clId="{016402AB-923D-4370-8BCB-8B892640801C}" dt="2025-12-05T16:23:42.043" v="1078" actId="12100"/>
          <ac:graphicFrameMkLst>
            <pc:docMk/>
            <pc:sldMk cId="4206910881" sldId="258"/>
            <ac:graphicFrameMk id="3" creationId="{2B04EA40-C11C-ADA4-0C8B-2AD79419A088}"/>
          </ac:graphicFrameMkLst>
        </pc:graphicFrameChg>
        <pc:graphicFrameChg chg="add del">
          <ac:chgData name="Prudhvini K" userId="799660341325b3ca" providerId="LiveId" clId="{016402AB-923D-4370-8BCB-8B892640801C}" dt="2025-12-05T15:41:12.193" v="730" actId="26606"/>
          <ac:graphicFrameMkLst>
            <pc:docMk/>
            <pc:sldMk cId="4206910881" sldId="258"/>
            <ac:graphicFrameMk id="22" creationId="{D4D9044F-A75D-6C69-3754-4BCE43047BA7}"/>
          </ac:graphicFrameMkLst>
        </pc:graphicFrameChg>
        <pc:graphicFrameChg chg="add mod">
          <ac:chgData name="Prudhvini K" userId="799660341325b3ca" providerId="LiveId" clId="{016402AB-923D-4370-8BCB-8B892640801C}" dt="2025-12-05T16:26:03.814" v="1082" actId="12100"/>
          <ac:graphicFrameMkLst>
            <pc:docMk/>
            <pc:sldMk cId="4206910881" sldId="258"/>
            <ac:graphicFrameMk id="25" creationId="{38E5F833-4E9C-6A62-BC97-D79A95CBBA8D}"/>
          </ac:graphicFrameMkLst>
        </pc:graphicFrameChg>
        <pc:graphicFrameChg chg="add del mod">
          <ac:chgData name="Prudhvini K" userId="799660341325b3ca" providerId="LiveId" clId="{016402AB-923D-4370-8BCB-8B892640801C}" dt="2025-12-05T15:43:00.884" v="735" actId="26606"/>
          <ac:graphicFrameMkLst>
            <pc:docMk/>
            <pc:sldMk cId="4206910881" sldId="258"/>
            <ac:graphicFrameMk id="27" creationId="{4B8D33E1-4F2D-C07E-70FF-8C02E17B1855}"/>
          </ac:graphicFrameMkLst>
        </pc:graphicFrameChg>
      </pc:sldChg>
      <pc:sldChg chg="addSp delSp modSp del mod">
        <pc:chgData name="Prudhvini K" userId="799660341325b3ca" providerId="LiveId" clId="{016402AB-923D-4370-8BCB-8B892640801C}" dt="2025-12-05T14:46:28.271" v="188" actId="2696"/>
        <pc:sldMkLst>
          <pc:docMk/>
          <pc:sldMk cId="48914365" sldId="259"/>
        </pc:sldMkLst>
        <pc:spChg chg="mod">
          <ac:chgData name="Prudhvini K" userId="799660341325b3ca" providerId="LiveId" clId="{016402AB-923D-4370-8BCB-8B892640801C}" dt="2025-12-05T14:44:48.467" v="181" actId="14100"/>
          <ac:spMkLst>
            <pc:docMk/>
            <pc:sldMk cId="48914365" sldId="259"/>
            <ac:spMk id="3" creationId="{730D39BE-A7FB-D35D-2063-6DBC40F6E821}"/>
          </ac:spMkLst>
        </pc:spChg>
        <pc:spChg chg="add mod">
          <ac:chgData name="Prudhvini K" userId="799660341325b3ca" providerId="LiveId" clId="{016402AB-923D-4370-8BCB-8B892640801C}" dt="2025-12-05T14:45:38.016" v="187"/>
          <ac:spMkLst>
            <pc:docMk/>
            <pc:sldMk cId="48914365" sldId="259"/>
            <ac:spMk id="4" creationId="{8C2FEB95-EA2F-BFB0-136E-CED8349CE51C}"/>
          </ac:spMkLst>
        </pc:spChg>
        <pc:spChg chg="mod">
          <ac:chgData name="Prudhvini K" userId="799660341325b3ca" providerId="LiveId" clId="{016402AB-923D-4370-8BCB-8B892640801C}" dt="2025-12-05T14:44:38.323" v="179" actId="26606"/>
          <ac:spMkLst>
            <pc:docMk/>
            <pc:sldMk cId="48914365" sldId="259"/>
            <ac:spMk id="7" creationId="{B2306842-E279-A2A6-54C6-F81BD6D8D773}"/>
          </ac:spMkLst>
        </pc:spChg>
        <pc:spChg chg="add del">
          <ac:chgData name="Prudhvini K" userId="799660341325b3ca" providerId="LiveId" clId="{016402AB-923D-4370-8BCB-8B892640801C}" dt="2025-12-05T14:44:38.323" v="179" actId="26606"/>
          <ac:spMkLst>
            <pc:docMk/>
            <pc:sldMk cId="48914365" sldId="259"/>
            <ac:spMk id="12" creationId="{B58F6C2D-BC42-485D-9DAA-6239BD134F01}"/>
          </ac:spMkLst>
        </pc:spChg>
        <pc:picChg chg="del">
          <ac:chgData name="Prudhvini K" userId="799660341325b3ca" providerId="LiveId" clId="{016402AB-923D-4370-8BCB-8B892640801C}" dt="2025-12-05T14:43:37.624" v="169" actId="478"/>
          <ac:picMkLst>
            <pc:docMk/>
            <pc:sldMk cId="48914365" sldId="259"/>
            <ac:picMk id="9" creationId="{6AEE30F2-CEFF-5BC2-6063-E5E53C780F61}"/>
          </ac:picMkLst>
        </pc:picChg>
      </pc:sldChg>
      <pc:sldChg chg="addSp delSp modSp mod">
        <pc:chgData name="Prudhvini K" userId="799660341325b3ca" providerId="LiveId" clId="{016402AB-923D-4370-8BCB-8B892640801C}" dt="2025-12-05T16:37:04.658" v="1127" actId="1076"/>
        <pc:sldMkLst>
          <pc:docMk/>
          <pc:sldMk cId="443597596" sldId="260"/>
        </pc:sldMkLst>
        <pc:spChg chg="add del ord">
          <ac:chgData name="Prudhvini K" userId="799660341325b3ca" providerId="LiveId" clId="{016402AB-923D-4370-8BCB-8B892640801C}" dt="2025-12-05T16:11:33.983" v="918" actId="478"/>
          <ac:spMkLst>
            <pc:docMk/>
            <pc:sldMk cId="443597596" sldId="260"/>
            <ac:spMk id="2" creationId="{C60CF309-C3C3-5C30-319E-D1633AFD0FC6}"/>
          </ac:spMkLst>
        </pc:spChg>
        <pc:spChg chg="add mod">
          <ac:chgData name="Prudhvini K" userId="799660341325b3ca" providerId="LiveId" clId="{016402AB-923D-4370-8BCB-8B892640801C}" dt="2025-12-05T16:37:04.658" v="1127" actId="1076"/>
          <ac:spMkLst>
            <pc:docMk/>
            <pc:sldMk cId="443597596" sldId="260"/>
            <ac:spMk id="3" creationId="{461D6358-464F-FAFF-FADB-41A66E3045FA}"/>
          </ac:spMkLst>
        </pc:spChg>
        <pc:spChg chg="add del ord">
          <ac:chgData name="Prudhvini K" userId="799660341325b3ca" providerId="LiveId" clId="{016402AB-923D-4370-8BCB-8B892640801C}" dt="2025-12-05T16:11:36.168" v="919" actId="478"/>
          <ac:spMkLst>
            <pc:docMk/>
            <pc:sldMk cId="443597596" sldId="260"/>
            <ac:spMk id="4" creationId="{E53C1A84-130D-5088-054D-27B2C0620597}"/>
          </ac:spMkLst>
        </pc:spChg>
        <pc:spChg chg="add mod">
          <ac:chgData name="Prudhvini K" userId="799660341325b3ca" providerId="LiveId" clId="{016402AB-923D-4370-8BCB-8B892640801C}" dt="2025-12-05T16:21:16.689" v="1067" actId="1076"/>
          <ac:spMkLst>
            <pc:docMk/>
            <pc:sldMk cId="443597596" sldId="260"/>
            <ac:spMk id="5" creationId="{78B690E8-77E6-C6F5-7D62-DC31E4E398D1}"/>
          </ac:spMkLst>
        </pc:spChg>
        <pc:spChg chg="del mod">
          <ac:chgData name="Prudhvini K" userId="799660341325b3ca" providerId="LiveId" clId="{016402AB-923D-4370-8BCB-8B892640801C}" dt="2025-12-05T14:48:49.973" v="210" actId="478"/>
          <ac:spMkLst>
            <pc:docMk/>
            <pc:sldMk cId="443597596" sldId="260"/>
            <ac:spMk id="6" creationId="{7E435C58-2CAC-0DD4-9289-28233ABBF58D}"/>
          </ac:spMkLst>
        </pc:spChg>
        <pc:spChg chg="add del mod ord">
          <ac:chgData name="Prudhvini K" userId="799660341325b3ca" providerId="LiveId" clId="{016402AB-923D-4370-8BCB-8B892640801C}" dt="2025-12-05T16:11:38.216" v="920" actId="478"/>
          <ac:spMkLst>
            <pc:docMk/>
            <pc:sldMk cId="443597596" sldId="260"/>
            <ac:spMk id="6" creationId="{C9D35C59-8AC6-03F9-1478-B131682710A0}"/>
          </ac:spMkLst>
        </pc:spChg>
        <pc:spChg chg="mod">
          <ac:chgData name="Prudhvini K" userId="799660341325b3ca" providerId="LiveId" clId="{016402AB-923D-4370-8BCB-8B892640801C}" dt="2025-12-05T16:22:11.274" v="1076" actId="1076"/>
          <ac:spMkLst>
            <pc:docMk/>
            <pc:sldMk cId="443597596" sldId="260"/>
            <ac:spMk id="7" creationId="{BB157620-BEC9-E45E-9A99-9EF92D07CFA9}"/>
          </ac:spMkLst>
        </pc:spChg>
        <pc:spChg chg="add del">
          <ac:chgData name="Prudhvini K" userId="799660341325b3ca" providerId="LiveId" clId="{016402AB-923D-4370-8BCB-8B892640801C}" dt="2025-12-05T14:48:42.200" v="208" actId="478"/>
          <ac:spMkLst>
            <pc:docMk/>
            <pc:sldMk cId="443597596" sldId="260"/>
            <ac:spMk id="9" creationId="{2AF58F45-10B3-3D75-D15F-1D517FF47AC6}"/>
          </ac:spMkLst>
        </pc:spChg>
        <pc:spChg chg="add mod">
          <ac:chgData name="Prudhvini K" userId="799660341325b3ca" providerId="LiveId" clId="{016402AB-923D-4370-8BCB-8B892640801C}" dt="2025-12-05T16:20:54.220" v="1064" actId="1076"/>
          <ac:spMkLst>
            <pc:docMk/>
            <pc:sldMk cId="443597596" sldId="260"/>
            <ac:spMk id="9" creationId="{2E731889-1504-CC54-412C-6C045D8CCD47}"/>
          </ac:spMkLst>
        </pc:spChg>
        <pc:spChg chg="add mod">
          <ac:chgData name="Prudhvini K" userId="799660341325b3ca" providerId="LiveId" clId="{016402AB-923D-4370-8BCB-8B892640801C}" dt="2025-12-05T16:21:04.555" v="1066" actId="1076"/>
          <ac:spMkLst>
            <pc:docMk/>
            <pc:sldMk cId="443597596" sldId="260"/>
            <ac:spMk id="11" creationId="{14169302-4B58-526A-1760-23360E4AC8A3}"/>
          </ac:spMkLst>
        </pc:spChg>
        <pc:spChg chg="add del mod">
          <ac:chgData name="Prudhvini K" userId="799660341325b3ca" providerId="LiveId" clId="{016402AB-923D-4370-8BCB-8B892640801C}" dt="2025-12-05T14:50:29.395" v="232"/>
          <ac:spMkLst>
            <pc:docMk/>
            <pc:sldMk cId="443597596" sldId="260"/>
            <ac:spMk id="11" creationId="{A9B726D1-0FFF-33DE-D6C6-D02E489FB6E4}"/>
          </ac:spMkLst>
        </pc:spChg>
        <pc:spChg chg="add mod">
          <ac:chgData name="Prudhvini K" userId="799660341325b3ca" providerId="LiveId" clId="{016402AB-923D-4370-8BCB-8B892640801C}" dt="2025-12-05T16:21:35.892" v="1074" actId="20577"/>
          <ac:spMkLst>
            <pc:docMk/>
            <pc:sldMk cId="443597596" sldId="260"/>
            <ac:spMk id="13" creationId="{2D2B35A9-D0C7-E788-E922-D27D37E33C3B}"/>
          </ac:spMkLst>
        </pc:spChg>
        <pc:spChg chg="add del mod">
          <ac:chgData name="Prudhvini K" userId="799660341325b3ca" providerId="LiveId" clId="{016402AB-923D-4370-8BCB-8B892640801C}" dt="2025-12-05T16:20:07.456" v="1052"/>
          <ac:spMkLst>
            <pc:docMk/>
            <pc:sldMk cId="443597596" sldId="260"/>
            <ac:spMk id="14" creationId="{D45A1CBF-9DB4-318F-41BC-C771B9A3D5FF}"/>
          </ac:spMkLst>
        </pc:spChg>
        <pc:spChg chg="add mod">
          <ac:chgData name="Prudhvini K" userId="799660341325b3ca" providerId="LiveId" clId="{016402AB-923D-4370-8BCB-8B892640801C}" dt="2025-12-05T16:21:25.436" v="1068" actId="1076"/>
          <ac:spMkLst>
            <pc:docMk/>
            <pc:sldMk cId="443597596" sldId="260"/>
            <ac:spMk id="15" creationId="{97EE5AFA-8F9C-E69C-DC57-0EB486B04951}"/>
          </ac:spMkLst>
        </pc:spChg>
        <pc:spChg chg="add mod">
          <ac:chgData name="Prudhvini K" userId="799660341325b3ca" providerId="LiveId" clId="{016402AB-923D-4370-8BCB-8B892640801C}" dt="2025-12-05T16:20:49.795" v="1063" actId="1076"/>
          <ac:spMkLst>
            <pc:docMk/>
            <pc:sldMk cId="443597596" sldId="260"/>
            <ac:spMk id="17" creationId="{4B4173F3-FEFE-6771-60F6-CD58DF0409EC}"/>
          </ac:spMkLst>
        </pc:spChg>
        <pc:spChg chg="add mod">
          <ac:chgData name="Prudhvini K" userId="799660341325b3ca" providerId="LiveId" clId="{016402AB-923D-4370-8BCB-8B892640801C}" dt="2025-12-05T16:20:33.773" v="1060" actId="1076"/>
          <ac:spMkLst>
            <pc:docMk/>
            <pc:sldMk cId="443597596" sldId="260"/>
            <ac:spMk id="18" creationId="{E7DDBB64-36C4-5019-0BAB-17E39912B12A}"/>
          </ac:spMkLst>
        </pc:spChg>
      </pc:sldChg>
      <pc:sldChg chg="addSp delSp modSp mod setBg">
        <pc:chgData name="Prudhvini K" userId="799660341325b3ca" providerId="LiveId" clId="{016402AB-923D-4370-8BCB-8B892640801C}" dt="2025-12-05T16:29:12.643" v="1096" actId="1076"/>
        <pc:sldMkLst>
          <pc:docMk/>
          <pc:sldMk cId="1277957746" sldId="261"/>
        </pc:sldMkLst>
        <pc:spChg chg="add del mod">
          <ac:chgData name="Prudhvini K" userId="799660341325b3ca" providerId="LiveId" clId="{016402AB-923D-4370-8BCB-8B892640801C}" dt="2025-12-05T14:52:55.046" v="303" actId="478"/>
          <ac:spMkLst>
            <pc:docMk/>
            <pc:sldMk cId="1277957746" sldId="261"/>
            <ac:spMk id="2" creationId="{F307D329-40DA-F855-DF82-83EBCAB579AB}"/>
          </ac:spMkLst>
        </pc:spChg>
        <pc:spChg chg="add del mod">
          <ac:chgData name="Prudhvini K" userId="799660341325b3ca" providerId="LiveId" clId="{016402AB-923D-4370-8BCB-8B892640801C}" dt="2025-12-05T14:53:31.610" v="310" actId="26606"/>
          <ac:spMkLst>
            <pc:docMk/>
            <pc:sldMk cId="1277957746" sldId="261"/>
            <ac:spMk id="3" creationId="{1B48E1F6-0022-7EFB-7435-84ED7F61F294}"/>
          </ac:spMkLst>
        </pc:spChg>
        <pc:spChg chg="mod">
          <ac:chgData name="Prudhvini K" userId="799660341325b3ca" providerId="LiveId" clId="{016402AB-923D-4370-8BCB-8B892640801C}" dt="2025-12-05T16:29:12.643" v="1096" actId="1076"/>
          <ac:spMkLst>
            <pc:docMk/>
            <pc:sldMk cId="1277957746" sldId="261"/>
            <ac:spMk id="7" creationId="{0E1DEF7B-8986-B46E-BA3E-11637FCFCF3C}"/>
          </ac:spMkLst>
        </pc:spChg>
        <pc:graphicFrameChg chg="add del">
          <ac:chgData name="Prudhvini K" userId="799660341325b3ca" providerId="LiveId" clId="{016402AB-923D-4370-8BCB-8B892640801C}" dt="2025-12-05T14:53:22.398" v="305" actId="26606"/>
          <ac:graphicFrameMkLst>
            <pc:docMk/>
            <pc:sldMk cId="1277957746" sldId="261"/>
            <ac:graphicFrameMk id="9" creationId="{8E3AA26E-7457-E541-E783-89CA493B18D6}"/>
          </ac:graphicFrameMkLst>
        </pc:graphicFrameChg>
        <pc:graphicFrameChg chg="add del">
          <ac:chgData name="Prudhvini K" userId="799660341325b3ca" providerId="LiveId" clId="{016402AB-923D-4370-8BCB-8B892640801C}" dt="2025-12-05T14:53:26.225" v="307" actId="26606"/>
          <ac:graphicFrameMkLst>
            <pc:docMk/>
            <pc:sldMk cId="1277957746" sldId="261"/>
            <ac:graphicFrameMk id="11" creationId="{3B0A8B6F-0BCD-BBC9-B512-849953BD354B}"/>
          </ac:graphicFrameMkLst>
        </pc:graphicFrameChg>
        <pc:graphicFrameChg chg="add del">
          <ac:chgData name="Prudhvini K" userId="799660341325b3ca" providerId="LiveId" clId="{016402AB-923D-4370-8BCB-8B892640801C}" dt="2025-12-05T14:53:31.552" v="309" actId="26606"/>
          <ac:graphicFrameMkLst>
            <pc:docMk/>
            <pc:sldMk cId="1277957746" sldId="261"/>
            <ac:graphicFrameMk id="13" creationId="{D1FEAA83-DD00-BC7C-50C4-D41A3CC286FE}"/>
          </ac:graphicFrameMkLst>
        </pc:graphicFrameChg>
        <pc:graphicFrameChg chg="add mod modGraphic">
          <ac:chgData name="Prudhvini K" userId="799660341325b3ca" providerId="LiveId" clId="{016402AB-923D-4370-8BCB-8B892640801C}" dt="2025-12-05T16:28:45.993" v="1093" actId="26606"/>
          <ac:graphicFrameMkLst>
            <pc:docMk/>
            <pc:sldMk cId="1277957746" sldId="261"/>
            <ac:graphicFrameMk id="15" creationId="{B3100173-45B3-959B-B566-67E23A21A691}"/>
          </ac:graphicFrameMkLst>
        </pc:graphicFrameChg>
      </pc:sldChg>
      <pc:sldChg chg="addSp delSp modSp mod setBg">
        <pc:chgData name="Prudhvini K" userId="799660341325b3ca" providerId="LiveId" clId="{016402AB-923D-4370-8BCB-8B892640801C}" dt="2025-12-05T16:33:19.790" v="1117" actId="207"/>
        <pc:sldMkLst>
          <pc:docMk/>
          <pc:sldMk cId="2375809031" sldId="262"/>
        </pc:sldMkLst>
        <pc:spChg chg="del mod">
          <ac:chgData name="Prudhvini K" userId="799660341325b3ca" providerId="LiveId" clId="{016402AB-923D-4370-8BCB-8B892640801C}" dt="2025-12-05T14:54:19.485" v="313" actId="478"/>
          <ac:spMkLst>
            <pc:docMk/>
            <pc:sldMk cId="2375809031" sldId="262"/>
            <ac:spMk id="3" creationId="{8479AB49-59A9-22C3-BD92-C8BC8AF6609F}"/>
          </ac:spMkLst>
        </pc:spChg>
        <pc:spChg chg="add del mod">
          <ac:chgData name="Prudhvini K" userId="799660341325b3ca" providerId="LiveId" clId="{016402AB-923D-4370-8BCB-8B892640801C}" dt="2025-12-05T14:54:33.322" v="317" actId="478"/>
          <ac:spMkLst>
            <pc:docMk/>
            <pc:sldMk cId="2375809031" sldId="262"/>
            <ac:spMk id="5" creationId="{DE9890F0-6A93-F8C9-1A72-E17D314F6988}"/>
          </ac:spMkLst>
        </pc:spChg>
        <pc:spChg chg="mod">
          <ac:chgData name="Prudhvini K" userId="799660341325b3ca" providerId="LiveId" clId="{016402AB-923D-4370-8BCB-8B892640801C}" dt="2025-12-05T16:32:18.186" v="1110" actId="1076"/>
          <ac:spMkLst>
            <pc:docMk/>
            <pc:sldMk cId="2375809031" sldId="262"/>
            <ac:spMk id="7" creationId="{0D4B6FEA-97E9-0FB0-5EC7-F518CFCE7DC6}"/>
          </ac:spMkLst>
        </pc:spChg>
        <pc:spChg chg="add del">
          <ac:chgData name="Prudhvini K" userId="799660341325b3ca" providerId="LiveId" clId="{016402AB-923D-4370-8BCB-8B892640801C}" dt="2025-12-05T14:55:15.111" v="321" actId="26606"/>
          <ac:spMkLst>
            <pc:docMk/>
            <pc:sldMk cId="2375809031" sldId="262"/>
            <ac:spMk id="12" creationId="{419501C6-F015-4273-AF88-E0F6C853899F}"/>
          </ac:spMkLst>
        </pc:spChg>
        <pc:spChg chg="add del">
          <ac:chgData name="Prudhvini K" userId="799660341325b3ca" providerId="LiveId" clId="{016402AB-923D-4370-8BCB-8B892640801C}" dt="2025-12-05T14:55:15.111" v="321" actId="26606"/>
          <ac:spMkLst>
            <pc:docMk/>
            <pc:sldMk cId="2375809031" sldId="262"/>
            <ac:spMk id="14" creationId="{CA677DB7-5829-45BD-9754-5EC484CC4253}"/>
          </ac:spMkLst>
        </pc:spChg>
        <pc:spChg chg="add del">
          <ac:chgData name="Prudhvini K" userId="799660341325b3ca" providerId="LiveId" clId="{016402AB-923D-4370-8BCB-8B892640801C}" dt="2025-12-05T14:55:43.775" v="325" actId="26606"/>
          <ac:spMkLst>
            <pc:docMk/>
            <pc:sldMk cId="2375809031" sldId="262"/>
            <ac:spMk id="16" creationId="{EC7FF834-B204-4967-8D47-8BB36EAF0EF5}"/>
          </ac:spMkLst>
        </pc:spChg>
        <pc:spChg chg="add del">
          <ac:chgData name="Prudhvini K" userId="799660341325b3ca" providerId="LiveId" clId="{016402AB-923D-4370-8BCB-8B892640801C}" dt="2025-12-05T14:55:43.775" v="325" actId="26606"/>
          <ac:spMkLst>
            <pc:docMk/>
            <pc:sldMk cId="2375809031" sldId="262"/>
            <ac:spMk id="17" creationId="{F780A22D-61EA-43E3-BD94-3E39CF902160}"/>
          </ac:spMkLst>
        </pc:spChg>
        <pc:spChg chg="add del">
          <ac:chgData name="Prudhvini K" userId="799660341325b3ca" providerId="LiveId" clId="{016402AB-923D-4370-8BCB-8B892640801C}" dt="2025-12-05T16:08:47.455" v="903" actId="26606"/>
          <ac:spMkLst>
            <pc:docMk/>
            <pc:sldMk cId="2375809031" sldId="262"/>
            <ac:spMk id="22" creationId="{EC7FF834-B204-4967-8D47-8BB36EAF0EF5}"/>
          </ac:spMkLst>
        </pc:spChg>
        <pc:spChg chg="add del">
          <ac:chgData name="Prudhvini K" userId="799660341325b3ca" providerId="LiveId" clId="{016402AB-923D-4370-8BCB-8B892640801C}" dt="2025-12-05T16:08:47.455" v="903" actId="26606"/>
          <ac:spMkLst>
            <pc:docMk/>
            <pc:sldMk cId="2375809031" sldId="262"/>
            <ac:spMk id="24" creationId="{F780A22D-61EA-43E3-BD94-3E39CF902160}"/>
          </ac:spMkLst>
        </pc:spChg>
        <pc:spChg chg="add del">
          <ac:chgData name="Prudhvini K" userId="799660341325b3ca" providerId="LiveId" clId="{016402AB-923D-4370-8BCB-8B892640801C}" dt="2025-12-05T16:09:21.511" v="904" actId="26606"/>
          <ac:spMkLst>
            <pc:docMk/>
            <pc:sldMk cId="2375809031" sldId="262"/>
            <ac:spMk id="29" creationId="{419501C6-F015-4273-AF88-E0F6C853899F}"/>
          </ac:spMkLst>
        </pc:spChg>
        <pc:spChg chg="add del">
          <ac:chgData name="Prudhvini K" userId="799660341325b3ca" providerId="LiveId" clId="{016402AB-923D-4370-8BCB-8B892640801C}" dt="2025-12-05T16:09:21.511" v="904" actId="26606"/>
          <ac:spMkLst>
            <pc:docMk/>
            <pc:sldMk cId="2375809031" sldId="262"/>
            <ac:spMk id="31" creationId="{CA677DB7-5829-45BD-9754-5EC484CC4253}"/>
          </ac:spMkLst>
        </pc:spChg>
        <pc:spChg chg="add del">
          <ac:chgData name="Prudhvini K" userId="799660341325b3ca" providerId="LiveId" clId="{016402AB-923D-4370-8BCB-8B892640801C}" dt="2025-12-05T16:10:05.161" v="913" actId="26606"/>
          <ac:spMkLst>
            <pc:docMk/>
            <pc:sldMk cId="2375809031" sldId="262"/>
            <ac:spMk id="36" creationId="{3ED03601-4724-4293-A32A-3A0879C5D491}"/>
          </ac:spMkLst>
        </pc:spChg>
        <pc:spChg chg="add del">
          <ac:chgData name="Prudhvini K" userId="799660341325b3ca" providerId="LiveId" clId="{016402AB-923D-4370-8BCB-8B892640801C}" dt="2025-12-05T16:10:05.161" v="913" actId="26606"/>
          <ac:spMkLst>
            <pc:docMk/>
            <pc:sldMk cId="2375809031" sldId="262"/>
            <ac:spMk id="38" creationId="{5E433AC3-E189-483B-9E8C-DFD5D2A18641}"/>
          </ac:spMkLst>
        </pc:spChg>
        <pc:spChg chg="add del">
          <ac:chgData name="Prudhvini K" userId="799660341325b3ca" providerId="LiveId" clId="{016402AB-923D-4370-8BCB-8B892640801C}" dt="2025-12-05T16:09:46.329" v="906" actId="26606"/>
          <ac:spMkLst>
            <pc:docMk/>
            <pc:sldMk cId="2375809031" sldId="262"/>
            <ac:spMk id="43" creationId="{5FA21C72-692C-49FD-9EB4-DDDDDEBD4BD6}"/>
          </ac:spMkLst>
        </pc:spChg>
        <pc:spChg chg="add del">
          <ac:chgData name="Prudhvini K" userId="799660341325b3ca" providerId="LiveId" clId="{016402AB-923D-4370-8BCB-8B892640801C}" dt="2025-12-05T16:09:46.329" v="906" actId="26606"/>
          <ac:spMkLst>
            <pc:docMk/>
            <pc:sldMk cId="2375809031" sldId="262"/>
            <ac:spMk id="45" creationId="{FBAF941A-6830-47A3-B63C-7C7B66AEA73B}"/>
          </ac:spMkLst>
        </pc:spChg>
        <pc:spChg chg="add del">
          <ac:chgData name="Prudhvini K" userId="799660341325b3ca" providerId="LiveId" clId="{016402AB-923D-4370-8BCB-8B892640801C}" dt="2025-12-05T16:09:47.559" v="908" actId="26606"/>
          <ac:spMkLst>
            <pc:docMk/>
            <pc:sldMk cId="2375809031" sldId="262"/>
            <ac:spMk id="47" creationId="{3ED03601-4724-4293-A32A-3A0879C5D491}"/>
          </ac:spMkLst>
        </pc:spChg>
        <pc:spChg chg="add del">
          <ac:chgData name="Prudhvini K" userId="799660341325b3ca" providerId="LiveId" clId="{016402AB-923D-4370-8BCB-8B892640801C}" dt="2025-12-05T16:09:47.559" v="908" actId="26606"/>
          <ac:spMkLst>
            <pc:docMk/>
            <pc:sldMk cId="2375809031" sldId="262"/>
            <ac:spMk id="48" creationId="{5E433AC3-E189-483B-9E8C-DFD5D2A18641}"/>
          </ac:spMkLst>
        </pc:spChg>
        <pc:spChg chg="add del">
          <ac:chgData name="Prudhvini K" userId="799660341325b3ca" providerId="LiveId" clId="{016402AB-923D-4370-8BCB-8B892640801C}" dt="2025-12-05T16:09:55.118" v="910" actId="26606"/>
          <ac:spMkLst>
            <pc:docMk/>
            <pc:sldMk cId="2375809031" sldId="262"/>
            <ac:spMk id="50" creationId="{3ED03601-4724-4293-A32A-3A0879C5D491}"/>
          </ac:spMkLst>
        </pc:spChg>
        <pc:spChg chg="add del">
          <ac:chgData name="Prudhvini K" userId="799660341325b3ca" providerId="LiveId" clId="{016402AB-923D-4370-8BCB-8B892640801C}" dt="2025-12-05T16:09:55.118" v="910" actId="26606"/>
          <ac:spMkLst>
            <pc:docMk/>
            <pc:sldMk cId="2375809031" sldId="262"/>
            <ac:spMk id="51" creationId="{5E433AC3-E189-483B-9E8C-DFD5D2A18641}"/>
          </ac:spMkLst>
        </pc:spChg>
        <pc:spChg chg="add del">
          <ac:chgData name="Prudhvini K" userId="799660341325b3ca" providerId="LiveId" clId="{016402AB-923D-4370-8BCB-8B892640801C}" dt="2025-12-05T16:10:05.144" v="912" actId="26606"/>
          <ac:spMkLst>
            <pc:docMk/>
            <pc:sldMk cId="2375809031" sldId="262"/>
            <ac:spMk id="53" creationId="{EC7FF834-B204-4967-8D47-8BB36EAF0EF5}"/>
          </ac:spMkLst>
        </pc:spChg>
        <pc:spChg chg="add del">
          <ac:chgData name="Prudhvini K" userId="799660341325b3ca" providerId="LiveId" clId="{016402AB-923D-4370-8BCB-8B892640801C}" dt="2025-12-05T16:10:05.144" v="912" actId="26606"/>
          <ac:spMkLst>
            <pc:docMk/>
            <pc:sldMk cId="2375809031" sldId="262"/>
            <ac:spMk id="54" creationId="{F780A22D-61EA-43E3-BD94-3E39CF902160}"/>
          </ac:spMkLst>
        </pc:spChg>
        <pc:spChg chg="add del">
          <ac:chgData name="Prudhvini K" userId="799660341325b3ca" providerId="LiveId" clId="{016402AB-923D-4370-8BCB-8B892640801C}" dt="2025-12-05T16:29:40.647" v="1097" actId="26606"/>
          <ac:spMkLst>
            <pc:docMk/>
            <pc:sldMk cId="2375809031" sldId="262"/>
            <ac:spMk id="56" creationId="{419501C6-F015-4273-AF88-E0F6C853899F}"/>
          </ac:spMkLst>
        </pc:spChg>
        <pc:spChg chg="add del">
          <ac:chgData name="Prudhvini K" userId="799660341325b3ca" providerId="LiveId" clId="{016402AB-923D-4370-8BCB-8B892640801C}" dt="2025-12-05T16:29:40.647" v="1097" actId="26606"/>
          <ac:spMkLst>
            <pc:docMk/>
            <pc:sldMk cId="2375809031" sldId="262"/>
            <ac:spMk id="57" creationId="{CA677DB7-5829-45BD-9754-5EC484CC4253}"/>
          </ac:spMkLst>
        </pc:spChg>
        <pc:graphicFrameChg chg="add del mod modGraphic">
          <ac:chgData name="Prudhvini K" userId="799660341325b3ca" providerId="LiveId" clId="{016402AB-923D-4370-8BCB-8B892640801C}" dt="2025-12-05T16:33:19.790" v="1117" actId="207"/>
          <ac:graphicFrameMkLst>
            <pc:docMk/>
            <pc:sldMk cId="2375809031" sldId="262"/>
            <ac:graphicFrameMk id="2" creationId="{AC342BFF-C189-CC9E-3934-5B1D5890D66E}"/>
          </ac:graphicFrameMkLst>
        </pc:graphicFrameChg>
        <pc:graphicFrameChg chg="add del mod">
          <ac:chgData name="Prudhvini K" userId="799660341325b3ca" providerId="LiveId" clId="{016402AB-923D-4370-8BCB-8B892640801C}" dt="2025-12-05T15:29:26.465" v="697" actId="478"/>
          <ac:graphicFrameMkLst>
            <pc:docMk/>
            <pc:sldMk cId="2375809031" sldId="262"/>
            <ac:graphicFrameMk id="6" creationId="{A08571E3-6F77-EB0A-7EEF-846A3533BBBF}"/>
          </ac:graphicFrameMkLst>
        </pc:graphicFrameChg>
      </pc:sldChg>
      <pc:sldChg chg="addSp delSp modSp mod setBg">
        <pc:chgData name="Prudhvini K" userId="799660341325b3ca" providerId="LiveId" clId="{016402AB-923D-4370-8BCB-8B892640801C}" dt="2025-12-05T16:35:38.635" v="1121" actId="20577"/>
        <pc:sldMkLst>
          <pc:docMk/>
          <pc:sldMk cId="1755563839" sldId="263"/>
        </pc:sldMkLst>
        <pc:spChg chg="add del mod">
          <ac:chgData name="Prudhvini K" userId="799660341325b3ca" providerId="LiveId" clId="{016402AB-923D-4370-8BCB-8B892640801C}" dt="2025-12-05T15:04:31.674" v="393" actId="478"/>
          <ac:spMkLst>
            <pc:docMk/>
            <pc:sldMk cId="1755563839" sldId="263"/>
            <ac:spMk id="2" creationId="{22D0874C-E0EA-0008-E035-66714CBC98C5}"/>
          </ac:spMkLst>
        </pc:spChg>
        <pc:spChg chg="add del mod">
          <ac:chgData name="Prudhvini K" userId="799660341325b3ca" providerId="LiveId" clId="{016402AB-923D-4370-8BCB-8B892640801C}" dt="2025-12-05T15:11:28.028" v="588" actId="478"/>
          <ac:spMkLst>
            <pc:docMk/>
            <pc:sldMk cId="1755563839" sldId="263"/>
            <ac:spMk id="3" creationId="{B938B86C-8A15-10CE-89FD-E34F167DBCD6}"/>
          </ac:spMkLst>
        </pc:spChg>
        <pc:spChg chg="add mod">
          <ac:chgData name="Prudhvini K" userId="799660341325b3ca" providerId="LiveId" clId="{016402AB-923D-4370-8BCB-8B892640801C}" dt="2025-12-05T15:04:46.191" v="396" actId="21"/>
          <ac:spMkLst>
            <pc:docMk/>
            <pc:sldMk cId="1755563839" sldId="263"/>
            <ac:spMk id="4" creationId="{427B2328-C825-AF7C-12E5-3670B57A307C}"/>
          </ac:spMkLst>
        </pc:spChg>
        <pc:spChg chg="add del mod">
          <ac:chgData name="Prudhvini K" userId="799660341325b3ca" providerId="LiveId" clId="{016402AB-923D-4370-8BCB-8B892640801C}" dt="2025-12-05T16:02:40.491" v="861" actId="478"/>
          <ac:spMkLst>
            <pc:docMk/>
            <pc:sldMk cId="1755563839" sldId="263"/>
            <ac:spMk id="5" creationId="{94EA38B1-60FD-6B7F-CEDB-B9ADB9CD9ED1}"/>
          </ac:spMkLst>
        </pc:spChg>
        <pc:spChg chg="add del mod">
          <ac:chgData name="Prudhvini K" userId="799660341325b3ca" providerId="LiveId" clId="{016402AB-923D-4370-8BCB-8B892640801C}" dt="2025-12-05T15:25:28.461" v="659" actId="478"/>
          <ac:spMkLst>
            <pc:docMk/>
            <pc:sldMk cId="1755563839" sldId="263"/>
            <ac:spMk id="5" creationId="{D399658B-661C-EB2D-A141-94A5FC3CB83B}"/>
          </ac:spMkLst>
        </pc:spChg>
        <pc:spChg chg="add del mod">
          <ac:chgData name="Prudhvini K" userId="799660341325b3ca" providerId="LiveId" clId="{016402AB-923D-4370-8BCB-8B892640801C}" dt="2025-12-05T16:04:47.450" v="878" actId="478"/>
          <ac:spMkLst>
            <pc:docMk/>
            <pc:sldMk cId="1755563839" sldId="263"/>
            <ac:spMk id="6" creationId="{137D8F08-2DA9-CD31-EEC5-601152330D76}"/>
          </ac:spMkLst>
        </pc:spChg>
        <pc:spChg chg="mod">
          <ac:chgData name="Prudhvini K" userId="799660341325b3ca" providerId="LiveId" clId="{016402AB-923D-4370-8BCB-8B892640801C}" dt="2025-12-05T16:04:57.255" v="880" actId="1076"/>
          <ac:spMkLst>
            <pc:docMk/>
            <pc:sldMk cId="1755563839" sldId="263"/>
            <ac:spMk id="7" creationId="{7537C65B-E7B7-F156-8869-6FE9129C5D67}"/>
          </ac:spMkLst>
        </pc:spChg>
        <pc:spChg chg="add del mod">
          <ac:chgData name="Prudhvini K" userId="799660341325b3ca" providerId="LiveId" clId="{016402AB-923D-4370-8BCB-8B892640801C}" dt="2025-12-05T16:05:03.196" v="882" actId="478"/>
          <ac:spMkLst>
            <pc:docMk/>
            <pc:sldMk cId="1755563839" sldId="263"/>
            <ac:spMk id="8" creationId="{A9436D3B-09CB-F250-FA1E-F743A1608F30}"/>
          </ac:spMkLst>
        </pc:spChg>
        <pc:spChg chg="add del mod">
          <ac:chgData name="Prudhvini K" userId="799660341325b3ca" providerId="LiveId" clId="{016402AB-923D-4370-8BCB-8B892640801C}" dt="2025-12-05T16:05:07.798" v="883" actId="478"/>
          <ac:spMkLst>
            <pc:docMk/>
            <pc:sldMk cId="1755563839" sldId="263"/>
            <ac:spMk id="10" creationId="{C0DC11F5-6FC8-77E6-6FC5-B73E826D6859}"/>
          </ac:spMkLst>
        </pc:spChg>
        <pc:spChg chg="add del mod">
          <ac:chgData name="Prudhvini K" userId="799660341325b3ca" providerId="LiveId" clId="{016402AB-923D-4370-8BCB-8B892640801C}" dt="2025-12-05T15:05:21.276" v="405" actId="478"/>
          <ac:spMkLst>
            <pc:docMk/>
            <pc:sldMk cId="1755563839" sldId="263"/>
            <ac:spMk id="11" creationId="{78FC80A4-A205-2FE2-2F79-234C32D7DCCE}"/>
          </ac:spMkLst>
        </pc:spChg>
        <pc:spChg chg="add del mod">
          <ac:chgData name="Prudhvini K" userId="799660341325b3ca" providerId="LiveId" clId="{016402AB-923D-4370-8BCB-8B892640801C}" dt="2025-12-05T16:04:42.413" v="877" actId="478"/>
          <ac:spMkLst>
            <pc:docMk/>
            <pc:sldMk cId="1755563839" sldId="263"/>
            <ac:spMk id="18" creationId="{CD6F02A4-FBE0-1F1A-453C-B0B7CA26C728}"/>
          </ac:spMkLst>
        </pc:spChg>
        <pc:spChg chg="add del mod">
          <ac:chgData name="Prudhvini K" userId="799660341325b3ca" providerId="LiveId" clId="{016402AB-923D-4370-8BCB-8B892640801C}" dt="2025-12-05T15:11:40.965" v="590" actId="478"/>
          <ac:spMkLst>
            <pc:docMk/>
            <pc:sldMk cId="1755563839" sldId="263"/>
            <ac:spMk id="20" creationId="{3CC1CCA8-C44C-8C10-0880-21C08D09646A}"/>
          </ac:spMkLst>
        </pc:spChg>
        <pc:graphicFrameChg chg="add del mod modGraphic">
          <ac:chgData name="Prudhvini K" userId="799660341325b3ca" providerId="LiveId" clId="{016402AB-923D-4370-8BCB-8B892640801C}" dt="2025-12-05T16:02:25.299" v="858" actId="478"/>
          <ac:graphicFrameMkLst>
            <pc:docMk/>
            <pc:sldMk cId="1755563839" sldId="263"/>
            <ac:graphicFrameMk id="2" creationId="{9FD0AAA0-2E9D-2340-2D45-4756672D8EB4}"/>
          </ac:graphicFrameMkLst>
        </pc:graphicFrameChg>
        <pc:graphicFrameChg chg="add mod modGraphic">
          <ac:chgData name="Prudhvini K" userId="799660341325b3ca" providerId="LiveId" clId="{016402AB-923D-4370-8BCB-8B892640801C}" dt="2025-12-05T16:35:38.635" v="1121" actId="20577"/>
          <ac:graphicFrameMkLst>
            <pc:docMk/>
            <pc:sldMk cId="1755563839" sldId="263"/>
            <ac:graphicFrameMk id="3" creationId="{1B6C0288-171E-5EB5-B5A7-6BE4CD2328FF}"/>
          </ac:graphicFrameMkLst>
        </pc:graphicFrameChg>
        <pc:graphicFrameChg chg="add del">
          <ac:chgData name="Prudhvini K" userId="799660341325b3ca" providerId="LiveId" clId="{016402AB-923D-4370-8BCB-8B892640801C}" dt="2025-12-05T14:58:00.957" v="331" actId="26606"/>
          <ac:graphicFrameMkLst>
            <pc:docMk/>
            <pc:sldMk cId="1755563839" sldId="263"/>
            <ac:graphicFrameMk id="9" creationId="{CD8DFD43-9513-650B-38DB-4393D3AB4546}"/>
          </ac:graphicFrameMkLst>
        </pc:graphicFrameChg>
        <pc:cxnChg chg="add del mod">
          <ac:chgData name="Prudhvini K" userId="799660341325b3ca" providerId="LiveId" clId="{016402AB-923D-4370-8BCB-8B892640801C}" dt="2025-12-05T15:07:54.707" v="430" actId="478"/>
          <ac:cxnSpMkLst>
            <pc:docMk/>
            <pc:sldMk cId="1755563839" sldId="263"/>
            <ac:cxnSpMk id="13" creationId="{2DC21151-9850-04E4-9FAD-11566AE16CC4}"/>
          </ac:cxnSpMkLst>
        </pc:cxnChg>
        <pc:cxnChg chg="add del mod">
          <ac:chgData name="Prudhvini K" userId="799660341325b3ca" providerId="LiveId" clId="{016402AB-923D-4370-8BCB-8B892640801C}" dt="2025-12-05T15:07:57.090" v="431" actId="478"/>
          <ac:cxnSpMkLst>
            <pc:docMk/>
            <pc:sldMk cId="1755563839" sldId="263"/>
            <ac:cxnSpMk id="14" creationId="{48357436-174B-95B8-EF30-B392DDC06408}"/>
          </ac:cxnSpMkLst>
        </pc:cxnChg>
        <pc:cxnChg chg="add del mod">
          <ac:chgData name="Prudhvini K" userId="799660341325b3ca" providerId="LiveId" clId="{016402AB-923D-4370-8BCB-8B892640801C}" dt="2025-12-05T15:24:39.834" v="655" actId="478"/>
          <ac:cxnSpMkLst>
            <pc:docMk/>
            <pc:sldMk cId="1755563839" sldId="263"/>
            <ac:cxnSpMk id="22" creationId="{BBA7B164-5080-832E-15DB-D0DAC4B54268}"/>
          </ac:cxnSpMkLst>
        </pc:cxnChg>
        <pc:cxnChg chg="add del mod">
          <ac:chgData name="Prudhvini K" userId="799660341325b3ca" providerId="LiveId" clId="{016402AB-923D-4370-8BCB-8B892640801C}" dt="2025-12-05T15:24:42.728" v="656" actId="478"/>
          <ac:cxnSpMkLst>
            <pc:docMk/>
            <pc:sldMk cId="1755563839" sldId="263"/>
            <ac:cxnSpMk id="24" creationId="{F625182D-ECAA-29D9-6D91-CFA32B2296D0}"/>
          </ac:cxnSpMkLst>
        </pc:cxnChg>
        <pc:cxnChg chg="add del mod">
          <ac:chgData name="Prudhvini K" userId="799660341325b3ca" providerId="LiveId" clId="{016402AB-923D-4370-8BCB-8B892640801C}" dt="2025-12-05T15:24:45.691" v="657" actId="478"/>
          <ac:cxnSpMkLst>
            <pc:docMk/>
            <pc:sldMk cId="1755563839" sldId="263"/>
            <ac:cxnSpMk id="26" creationId="{99872D26-D069-80B5-AA54-E1A9C4D0A81E}"/>
          </ac:cxnSpMkLst>
        </pc:cxnChg>
      </pc:sldChg>
      <pc:sldChg chg="addSp delSp modSp mod setBg">
        <pc:chgData name="Prudhvini K" userId="799660341325b3ca" providerId="LiveId" clId="{016402AB-923D-4370-8BCB-8B892640801C}" dt="2025-12-05T16:36:02.392" v="1125" actId="1076"/>
        <pc:sldMkLst>
          <pc:docMk/>
          <pc:sldMk cId="258132802" sldId="264"/>
        </pc:sldMkLst>
        <pc:spChg chg="del mod">
          <ac:chgData name="Prudhvini K" userId="799660341325b3ca" providerId="LiveId" clId="{016402AB-923D-4370-8BCB-8B892640801C}" dt="2025-12-05T15:17:51.068" v="599"/>
          <ac:spMkLst>
            <pc:docMk/>
            <pc:sldMk cId="258132802" sldId="264"/>
            <ac:spMk id="3" creationId="{0168CF54-259D-53AB-5013-419C428034A6}"/>
          </ac:spMkLst>
        </pc:spChg>
        <pc:spChg chg="mod">
          <ac:chgData name="Prudhvini K" userId="799660341325b3ca" providerId="LiveId" clId="{016402AB-923D-4370-8BCB-8B892640801C}" dt="2025-12-05T16:10:56.219" v="916" actId="113"/>
          <ac:spMkLst>
            <pc:docMk/>
            <pc:sldMk cId="258132802" sldId="264"/>
            <ac:spMk id="7" creationId="{AE6D09B9-A175-8AC3-EE33-2DA6A4A20946}"/>
          </ac:spMkLst>
        </pc:spChg>
        <pc:spChg chg="add del">
          <ac:chgData name="Prudhvini K" userId="799660341325b3ca" providerId="LiveId" clId="{016402AB-923D-4370-8BCB-8B892640801C}" dt="2025-12-05T15:18:22.075" v="605" actId="26606"/>
          <ac:spMkLst>
            <pc:docMk/>
            <pc:sldMk cId="258132802" sldId="264"/>
            <ac:spMk id="12" creationId="{F25F02DD-6284-F9A6-B3E6-C3FA15A9DEE7}"/>
          </ac:spMkLst>
        </pc:spChg>
        <pc:spChg chg="add del">
          <ac:chgData name="Prudhvini K" userId="799660341325b3ca" providerId="LiveId" clId="{016402AB-923D-4370-8BCB-8B892640801C}" dt="2025-12-05T15:18:22.075" v="605" actId="26606"/>
          <ac:spMkLst>
            <pc:docMk/>
            <pc:sldMk cId="258132802" sldId="264"/>
            <ac:spMk id="15" creationId="{6515FC82-3453-4CBE-8895-4CCFF339529E}"/>
          </ac:spMkLst>
        </pc:spChg>
        <pc:spChg chg="add del">
          <ac:chgData name="Prudhvini K" userId="799660341325b3ca" providerId="LiveId" clId="{016402AB-923D-4370-8BCB-8B892640801C}" dt="2025-12-05T15:18:22.075" v="605" actId="26606"/>
          <ac:spMkLst>
            <pc:docMk/>
            <pc:sldMk cId="258132802" sldId="264"/>
            <ac:spMk id="17" creationId="{C5FD847B-65C0-4027-8DFC-70CB424514F8}"/>
          </ac:spMkLst>
        </pc:spChg>
        <pc:spChg chg="add del">
          <ac:chgData name="Prudhvini K" userId="799660341325b3ca" providerId="LiveId" clId="{016402AB-923D-4370-8BCB-8B892640801C}" dt="2025-12-05T15:19:38.687" v="621" actId="26606"/>
          <ac:spMkLst>
            <pc:docMk/>
            <pc:sldMk cId="258132802" sldId="264"/>
            <ac:spMk id="26" creationId="{8030C4F8-864C-49EC-33DD-B43C111FF27D}"/>
          </ac:spMkLst>
        </pc:spChg>
        <pc:spChg chg="add del">
          <ac:chgData name="Prudhvini K" userId="799660341325b3ca" providerId="LiveId" clId="{016402AB-923D-4370-8BCB-8B892640801C}" dt="2025-12-05T15:19:42.286" v="623" actId="26606"/>
          <ac:spMkLst>
            <pc:docMk/>
            <pc:sldMk cId="258132802" sldId="264"/>
            <ac:spMk id="28" creationId="{F780A22D-61EA-43E3-BD94-3E39CF902160}"/>
          </ac:spMkLst>
        </pc:spChg>
        <pc:spChg chg="add del">
          <ac:chgData name="Prudhvini K" userId="799660341325b3ca" providerId="LiveId" clId="{016402AB-923D-4370-8BCB-8B892640801C}" dt="2025-12-05T15:19:38.687" v="621" actId="26606"/>
          <ac:spMkLst>
            <pc:docMk/>
            <pc:sldMk cId="258132802" sldId="264"/>
            <ac:spMk id="29" creationId="{1660E788-AFA9-4A1B-9991-6AA74632A15B}"/>
          </ac:spMkLst>
        </pc:spChg>
        <pc:spChg chg="add del">
          <ac:chgData name="Prudhvini K" userId="799660341325b3ca" providerId="LiveId" clId="{016402AB-923D-4370-8BCB-8B892640801C}" dt="2025-12-05T15:19:38.687" v="621" actId="26606"/>
          <ac:spMkLst>
            <pc:docMk/>
            <pc:sldMk cId="258132802" sldId="264"/>
            <ac:spMk id="31" creationId="{867D4867-5BA7-4462-B2F6-A23F4A622AA7}"/>
          </ac:spMkLst>
        </pc:spChg>
        <pc:spChg chg="add del">
          <ac:chgData name="Prudhvini K" userId="799660341325b3ca" providerId="LiveId" clId="{016402AB-923D-4370-8BCB-8B892640801C}" dt="2025-12-05T15:19:42.286" v="623" actId="26606"/>
          <ac:spMkLst>
            <pc:docMk/>
            <pc:sldMk cId="258132802" sldId="264"/>
            <ac:spMk id="33" creationId="{EC7FF834-B204-4967-8D47-8BB36EAF0EF5}"/>
          </ac:spMkLst>
        </pc:spChg>
        <pc:spChg chg="add del">
          <ac:chgData name="Prudhvini K" userId="799660341325b3ca" providerId="LiveId" clId="{016402AB-923D-4370-8BCB-8B892640801C}" dt="2025-12-05T15:21:26.448" v="643" actId="26606"/>
          <ac:spMkLst>
            <pc:docMk/>
            <pc:sldMk cId="258132802" sldId="264"/>
            <ac:spMk id="41" creationId="{EC7FF834-B204-4967-8D47-8BB36EAF0EF5}"/>
          </ac:spMkLst>
        </pc:spChg>
        <pc:spChg chg="add del">
          <ac:chgData name="Prudhvini K" userId="799660341325b3ca" providerId="LiveId" clId="{016402AB-923D-4370-8BCB-8B892640801C}" dt="2025-12-05T15:21:26.448" v="643" actId="26606"/>
          <ac:spMkLst>
            <pc:docMk/>
            <pc:sldMk cId="258132802" sldId="264"/>
            <ac:spMk id="43" creationId="{F780A22D-61EA-43E3-BD94-3E39CF902160}"/>
          </ac:spMkLst>
        </pc:spChg>
        <pc:spChg chg="add del">
          <ac:chgData name="Prudhvini K" userId="799660341325b3ca" providerId="LiveId" clId="{016402AB-923D-4370-8BCB-8B892640801C}" dt="2025-12-05T15:21:26.208" v="642" actId="26606"/>
          <ac:spMkLst>
            <pc:docMk/>
            <pc:sldMk cId="258132802" sldId="264"/>
            <ac:spMk id="48" creationId="{25F64367-9171-455F-9283-AC21BC55AE65}"/>
          </ac:spMkLst>
        </pc:spChg>
        <pc:spChg chg="add del">
          <ac:chgData name="Prudhvini K" userId="799660341325b3ca" providerId="LiveId" clId="{016402AB-923D-4370-8BCB-8B892640801C}" dt="2025-12-05T15:21:26.208" v="642" actId="26606"/>
          <ac:spMkLst>
            <pc:docMk/>
            <pc:sldMk cId="258132802" sldId="264"/>
            <ac:spMk id="50" creationId="{EC603A95-5798-4F9F-80E4-CF53F302AA42}"/>
          </ac:spMkLst>
        </pc:spChg>
        <pc:spChg chg="add del">
          <ac:chgData name="Prudhvini K" userId="799660341325b3ca" providerId="LiveId" clId="{016402AB-923D-4370-8BCB-8B892640801C}" dt="2025-12-05T15:21:26.208" v="642" actId="26606"/>
          <ac:spMkLst>
            <pc:docMk/>
            <pc:sldMk cId="258132802" sldId="264"/>
            <ac:spMk id="52" creationId="{884F012D-6CD6-46AF-A834-6B0CA93008D6}"/>
          </ac:spMkLst>
        </pc:spChg>
        <pc:graphicFrameChg chg="add del mod ord modGraphic">
          <ac:chgData name="Prudhvini K" userId="799660341325b3ca" providerId="LiveId" clId="{016402AB-923D-4370-8BCB-8B892640801C}" dt="2025-12-05T15:18:26.197" v="608" actId="26606"/>
          <ac:graphicFrameMkLst>
            <pc:docMk/>
            <pc:sldMk cId="258132802" sldId="264"/>
            <ac:graphicFrameMk id="2" creationId="{AE59A2C3-A2B4-15F7-6E9F-F0D484A20BC1}"/>
          </ac:graphicFrameMkLst>
        </pc:graphicFrameChg>
        <pc:graphicFrameChg chg="add del">
          <ac:chgData name="Prudhvini K" userId="799660341325b3ca" providerId="LiveId" clId="{016402AB-923D-4370-8BCB-8B892640801C}" dt="2025-12-05T15:18:22.075" v="605" actId="26606"/>
          <ac:graphicFrameMkLst>
            <pc:docMk/>
            <pc:sldMk cId="258132802" sldId="264"/>
            <ac:graphicFrameMk id="10" creationId="{AE59A2C3-A2B4-15F7-6E9F-F0D484A20BC1}"/>
          </ac:graphicFrameMkLst>
        </pc:graphicFrameChg>
        <pc:graphicFrameChg chg="add del">
          <ac:chgData name="Prudhvini K" userId="799660341325b3ca" providerId="LiveId" clId="{016402AB-923D-4370-8BCB-8B892640801C}" dt="2025-12-05T15:18:26.181" v="607" actId="26606"/>
          <ac:graphicFrameMkLst>
            <pc:docMk/>
            <pc:sldMk cId="258132802" sldId="264"/>
            <ac:graphicFrameMk id="19" creationId="{AE59A2C3-A2B4-15F7-6E9F-F0D484A20BC1}"/>
          </ac:graphicFrameMkLst>
        </pc:graphicFrameChg>
        <pc:graphicFrameChg chg="add del mod modGraphic">
          <ac:chgData name="Prudhvini K" userId="799660341325b3ca" providerId="LiveId" clId="{016402AB-923D-4370-8BCB-8B892640801C}" dt="2025-12-05T15:19:42.301" v="624" actId="26606"/>
          <ac:graphicFrameMkLst>
            <pc:docMk/>
            <pc:sldMk cId="258132802" sldId="264"/>
            <ac:graphicFrameMk id="21" creationId="{AE59A2C3-A2B4-15F7-6E9F-F0D484A20BC1}"/>
          </ac:graphicFrameMkLst>
        </pc:graphicFrameChg>
        <pc:graphicFrameChg chg="add del">
          <ac:chgData name="Prudhvini K" userId="799660341325b3ca" providerId="LiveId" clId="{016402AB-923D-4370-8BCB-8B892640801C}" dt="2025-12-05T15:19:38.687" v="621" actId="26606"/>
          <ac:graphicFrameMkLst>
            <pc:docMk/>
            <pc:sldMk cId="258132802" sldId="264"/>
            <ac:graphicFrameMk id="24" creationId="{AE59A2C3-A2B4-15F7-6E9F-F0D484A20BC1}"/>
          </ac:graphicFrameMkLst>
        </pc:graphicFrameChg>
        <pc:graphicFrameChg chg="add del">
          <ac:chgData name="Prudhvini K" userId="799660341325b3ca" providerId="LiveId" clId="{016402AB-923D-4370-8BCB-8B892640801C}" dt="2025-12-05T15:19:42.286" v="623" actId="26606"/>
          <ac:graphicFrameMkLst>
            <pc:docMk/>
            <pc:sldMk cId="258132802" sldId="264"/>
            <ac:graphicFrameMk id="34" creationId="{AE59A2C3-A2B4-15F7-6E9F-F0D484A20BC1}"/>
          </ac:graphicFrameMkLst>
        </pc:graphicFrameChg>
        <pc:graphicFrameChg chg="add mod modGraphic">
          <ac:chgData name="Prudhvini K" userId="799660341325b3ca" providerId="LiveId" clId="{016402AB-923D-4370-8BCB-8B892640801C}" dt="2025-12-05T16:36:02.392" v="1125" actId="1076"/>
          <ac:graphicFrameMkLst>
            <pc:docMk/>
            <pc:sldMk cId="258132802" sldId="264"/>
            <ac:graphicFrameMk id="36" creationId="{AE59A2C3-A2B4-15F7-6E9F-F0D484A20BC1}"/>
          </ac:graphicFrameMkLst>
        </pc:graphicFrameChg>
      </pc:sldChg>
      <pc:sldChg chg="addSp delSp modSp mod setBg setClrOvrMap">
        <pc:chgData name="Prudhvini K" userId="799660341325b3ca" providerId="LiveId" clId="{016402AB-923D-4370-8BCB-8B892640801C}" dt="2025-12-05T16:36:21.163" v="1126" actId="26606"/>
        <pc:sldMkLst>
          <pc:docMk/>
          <pc:sldMk cId="352270758" sldId="265"/>
        </pc:sldMkLst>
        <pc:spChg chg="del mod">
          <ac:chgData name="Prudhvini K" userId="799660341325b3ca" providerId="LiveId" clId="{016402AB-923D-4370-8BCB-8B892640801C}" dt="2025-12-05T15:23:27.001" v="647" actId="478"/>
          <ac:spMkLst>
            <pc:docMk/>
            <pc:sldMk cId="352270758" sldId="265"/>
            <ac:spMk id="3" creationId="{A8B9B9FA-125E-2746-D736-61D77F1D80A7}"/>
          </ac:spMkLst>
        </pc:spChg>
        <pc:spChg chg="add del mod">
          <ac:chgData name="Prudhvini K" userId="799660341325b3ca" providerId="LiveId" clId="{016402AB-923D-4370-8BCB-8B892640801C}" dt="2025-12-05T15:23:38.378" v="649" actId="478"/>
          <ac:spMkLst>
            <pc:docMk/>
            <pc:sldMk cId="352270758" sldId="265"/>
            <ac:spMk id="4" creationId="{DD34523F-BDD6-97C5-120C-971B76BA132B}"/>
          </ac:spMkLst>
        </pc:spChg>
        <pc:spChg chg="mod">
          <ac:chgData name="Prudhvini K" userId="799660341325b3ca" providerId="LiveId" clId="{016402AB-923D-4370-8BCB-8B892640801C}" dt="2025-12-05T16:36:21.163" v="1126" actId="26606"/>
          <ac:spMkLst>
            <pc:docMk/>
            <pc:sldMk cId="352270758" sldId="265"/>
            <ac:spMk id="7" creationId="{BDD77C4D-2B80-9FC5-461A-7E378AF209BF}"/>
          </ac:spMkLst>
        </pc:spChg>
        <pc:spChg chg="add">
          <ac:chgData name="Prudhvini K" userId="799660341325b3ca" providerId="LiveId" clId="{016402AB-923D-4370-8BCB-8B892640801C}" dt="2025-12-05T16:36:21.163" v="1126" actId="26606"/>
          <ac:spMkLst>
            <pc:docMk/>
            <pc:sldMk cId="352270758" sldId="265"/>
            <ac:spMk id="12" creationId="{84167985-D6E9-40FF-97C0-4B6D373E85C9}"/>
          </ac:spMkLst>
        </pc:spChg>
        <pc:spChg chg="add">
          <ac:chgData name="Prudhvini K" userId="799660341325b3ca" providerId="LiveId" clId="{016402AB-923D-4370-8BCB-8B892640801C}" dt="2025-12-05T16:36:21.163" v="1126" actId="26606"/>
          <ac:spMkLst>
            <pc:docMk/>
            <pc:sldMk cId="352270758" sldId="265"/>
            <ac:spMk id="14" creationId="{68801362-349C-44BE-BEF6-8E926E1D38BC}"/>
          </ac:spMkLst>
        </pc:spChg>
      </pc:sldChg>
      <pc:sldChg chg="addSp delSp modSp mod setBg">
        <pc:chgData name="Prudhvini K" userId="799660341325b3ca" providerId="LiveId" clId="{016402AB-923D-4370-8BCB-8B892640801C}" dt="2025-12-05T16:37:27.004" v="1129" actId="1076"/>
        <pc:sldMkLst>
          <pc:docMk/>
          <pc:sldMk cId="2410031699" sldId="266"/>
        </pc:sldMkLst>
        <pc:spChg chg="add">
          <ac:chgData name="Prudhvini K" userId="799660341325b3ca" providerId="LiveId" clId="{016402AB-923D-4370-8BCB-8B892640801C}" dt="2025-12-05T14:21:58.998" v="0"/>
          <ac:spMkLst>
            <pc:docMk/>
            <pc:sldMk cId="2410031699" sldId="266"/>
            <ac:spMk id="2" creationId="{534CF90C-202B-4282-898A-5D0F8A14BDBE}"/>
          </ac:spMkLst>
        </pc:spChg>
        <pc:spChg chg="del mod">
          <ac:chgData name="Prudhvini K" userId="799660341325b3ca" providerId="LiveId" clId="{016402AB-923D-4370-8BCB-8B892640801C}" dt="2025-12-05T14:22:13.205" v="3"/>
          <ac:spMkLst>
            <pc:docMk/>
            <pc:sldMk cId="2410031699" sldId="266"/>
            <ac:spMk id="3" creationId="{7D15D20C-C250-4A4F-5ADD-891304713955}"/>
          </ac:spMkLst>
        </pc:spChg>
        <pc:spChg chg="add del mod">
          <ac:chgData name="Prudhvini K" userId="799660341325b3ca" providerId="LiveId" clId="{016402AB-923D-4370-8BCB-8B892640801C}" dt="2025-12-05T14:25:38.051" v="41" actId="26606"/>
          <ac:spMkLst>
            <pc:docMk/>
            <pc:sldMk cId="2410031699" sldId="266"/>
            <ac:spMk id="4" creationId="{3FF18C63-A622-20C5-24B0-4832F9DE3C0F}"/>
          </ac:spMkLst>
        </pc:spChg>
        <pc:spChg chg="mod">
          <ac:chgData name="Prudhvini K" userId="799660341325b3ca" providerId="LiveId" clId="{016402AB-923D-4370-8BCB-8B892640801C}" dt="2025-12-05T16:27:41.864" v="1089" actId="26606"/>
          <ac:spMkLst>
            <pc:docMk/>
            <pc:sldMk cId="2410031699" sldId="266"/>
            <ac:spMk id="7" creationId="{7C6BEDCE-5AA4-BB61-CA5B-7A007D38A17B}"/>
          </ac:spMkLst>
        </pc:spChg>
        <pc:spChg chg="add del">
          <ac:chgData name="Prudhvini K" userId="799660341325b3ca" providerId="LiveId" clId="{016402AB-923D-4370-8BCB-8B892640801C}" dt="2025-12-05T14:24:05.606" v="26" actId="26606"/>
          <ac:spMkLst>
            <pc:docMk/>
            <pc:sldMk cId="2410031699" sldId="266"/>
            <ac:spMk id="13" creationId="{0AF33C27-9C85-4B30-9AD7-879D48AFE4FF}"/>
          </ac:spMkLst>
        </pc:spChg>
        <pc:spChg chg="add del">
          <ac:chgData name="Prudhvini K" userId="799660341325b3ca" providerId="LiveId" clId="{016402AB-923D-4370-8BCB-8B892640801C}" dt="2025-12-05T14:24:05.606" v="26" actId="26606"/>
          <ac:spMkLst>
            <pc:docMk/>
            <pc:sldMk cId="2410031699" sldId="266"/>
            <ac:spMk id="15" creationId="{6D5089DD-882D-4413-B8BF-4798BFD84A98}"/>
          </ac:spMkLst>
        </pc:spChg>
        <pc:spChg chg="add del">
          <ac:chgData name="Prudhvini K" userId="799660341325b3ca" providerId="LiveId" clId="{016402AB-923D-4370-8BCB-8B892640801C}" dt="2025-12-05T14:25:01.164" v="34" actId="26606"/>
          <ac:spMkLst>
            <pc:docMk/>
            <pc:sldMk cId="2410031699" sldId="266"/>
            <ac:spMk id="23" creationId="{0AF33C27-9C85-4B30-9AD7-879D48AFE4FF}"/>
          </ac:spMkLst>
        </pc:spChg>
        <pc:spChg chg="add del">
          <ac:chgData name="Prudhvini K" userId="799660341325b3ca" providerId="LiveId" clId="{016402AB-923D-4370-8BCB-8B892640801C}" dt="2025-12-05T14:25:01.164" v="34" actId="26606"/>
          <ac:spMkLst>
            <pc:docMk/>
            <pc:sldMk cId="2410031699" sldId="266"/>
            <ac:spMk id="24" creationId="{6D5089DD-882D-4413-B8BF-4798BFD84A98}"/>
          </ac:spMkLst>
        </pc:spChg>
        <pc:spChg chg="add del">
          <ac:chgData name="Prudhvini K" userId="799660341325b3ca" providerId="LiveId" clId="{016402AB-923D-4370-8BCB-8B892640801C}" dt="2025-12-05T14:25:35.922" v="38" actId="26606"/>
          <ac:spMkLst>
            <pc:docMk/>
            <pc:sldMk cId="2410031699" sldId="266"/>
            <ac:spMk id="29" creationId="{0AF33C27-9C85-4B30-9AD7-879D48AFE4FF}"/>
          </ac:spMkLst>
        </pc:spChg>
        <pc:spChg chg="add del">
          <ac:chgData name="Prudhvini K" userId="799660341325b3ca" providerId="LiveId" clId="{016402AB-923D-4370-8BCB-8B892640801C}" dt="2025-12-05T14:25:35.922" v="38" actId="26606"/>
          <ac:spMkLst>
            <pc:docMk/>
            <pc:sldMk cId="2410031699" sldId="266"/>
            <ac:spMk id="30" creationId="{6D5089DD-882D-4413-B8BF-4798BFD84A98}"/>
          </ac:spMkLst>
        </pc:spChg>
        <pc:graphicFrameChg chg="add del">
          <ac:chgData name="Prudhvini K" userId="799660341325b3ca" providerId="LiveId" clId="{016402AB-923D-4370-8BCB-8B892640801C}" dt="2025-12-05T14:24:05.606" v="26" actId="26606"/>
          <ac:graphicFrameMkLst>
            <pc:docMk/>
            <pc:sldMk cId="2410031699" sldId="266"/>
            <ac:graphicFrameMk id="9" creationId="{94BD467B-895C-009C-B4BB-EE8767E4025E}"/>
          </ac:graphicFrameMkLst>
        </pc:graphicFrameChg>
        <pc:graphicFrameChg chg="add del">
          <ac:chgData name="Prudhvini K" userId="799660341325b3ca" providerId="LiveId" clId="{016402AB-923D-4370-8BCB-8B892640801C}" dt="2025-12-05T14:24:21.547" v="28" actId="26606"/>
          <ac:graphicFrameMkLst>
            <pc:docMk/>
            <pc:sldMk cId="2410031699" sldId="266"/>
            <ac:graphicFrameMk id="17" creationId="{4C538A58-B103-2443-2F41-DD2AD5559A72}"/>
          </ac:graphicFrameMkLst>
        </pc:graphicFrameChg>
        <pc:graphicFrameChg chg="add del">
          <ac:chgData name="Prudhvini K" userId="799660341325b3ca" providerId="LiveId" clId="{016402AB-923D-4370-8BCB-8B892640801C}" dt="2025-12-05T14:24:25.495" v="30" actId="26606"/>
          <ac:graphicFrameMkLst>
            <pc:docMk/>
            <pc:sldMk cId="2410031699" sldId="266"/>
            <ac:graphicFrameMk id="19" creationId="{746BCFFB-D253-001F-62E3-B1AA4676742C}"/>
          </ac:graphicFrameMkLst>
        </pc:graphicFrameChg>
        <pc:graphicFrameChg chg="add del">
          <ac:chgData name="Prudhvini K" userId="799660341325b3ca" providerId="LiveId" clId="{016402AB-923D-4370-8BCB-8B892640801C}" dt="2025-12-05T14:24:39.284" v="32" actId="26606"/>
          <ac:graphicFrameMkLst>
            <pc:docMk/>
            <pc:sldMk cId="2410031699" sldId="266"/>
            <ac:graphicFrameMk id="21" creationId="{4C538A58-B103-2443-2F41-DD2AD5559A72}"/>
          </ac:graphicFrameMkLst>
        </pc:graphicFrameChg>
        <pc:graphicFrameChg chg="add del">
          <ac:chgData name="Prudhvini K" userId="799660341325b3ca" providerId="LiveId" clId="{016402AB-923D-4370-8BCB-8B892640801C}" dt="2025-12-05T14:25:01.164" v="34" actId="26606"/>
          <ac:graphicFrameMkLst>
            <pc:docMk/>
            <pc:sldMk cId="2410031699" sldId="266"/>
            <ac:graphicFrameMk id="25" creationId="{94BD467B-895C-009C-B4BB-EE8767E4025E}"/>
          </ac:graphicFrameMkLst>
        </pc:graphicFrameChg>
        <pc:graphicFrameChg chg="add del">
          <ac:chgData name="Prudhvini K" userId="799660341325b3ca" providerId="LiveId" clId="{016402AB-923D-4370-8BCB-8B892640801C}" dt="2025-12-05T14:25:17.469" v="36" actId="26606"/>
          <ac:graphicFrameMkLst>
            <pc:docMk/>
            <pc:sldMk cId="2410031699" sldId="266"/>
            <ac:graphicFrameMk id="27" creationId="{4C538A58-B103-2443-2F41-DD2AD5559A72}"/>
          </ac:graphicFrameMkLst>
        </pc:graphicFrameChg>
        <pc:graphicFrameChg chg="add del">
          <ac:chgData name="Prudhvini K" userId="799660341325b3ca" providerId="LiveId" clId="{016402AB-923D-4370-8BCB-8B892640801C}" dt="2025-12-05T14:25:35.922" v="38" actId="26606"/>
          <ac:graphicFrameMkLst>
            <pc:docMk/>
            <pc:sldMk cId="2410031699" sldId="266"/>
            <ac:graphicFrameMk id="31" creationId="{94BD467B-895C-009C-B4BB-EE8767E4025E}"/>
          </ac:graphicFrameMkLst>
        </pc:graphicFrameChg>
        <pc:graphicFrameChg chg="add del">
          <ac:chgData name="Prudhvini K" userId="799660341325b3ca" providerId="LiveId" clId="{016402AB-923D-4370-8BCB-8B892640801C}" dt="2025-12-05T14:25:37.978" v="40" actId="26606"/>
          <ac:graphicFrameMkLst>
            <pc:docMk/>
            <pc:sldMk cId="2410031699" sldId="266"/>
            <ac:graphicFrameMk id="33" creationId="{F3839EC7-8281-7A3E-7B60-C40E311D12E8}"/>
          </ac:graphicFrameMkLst>
        </pc:graphicFrameChg>
        <pc:graphicFrameChg chg="add mod modGraphic">
          <ac:chgData name="Prudhvini K" userId="799660341325b3ca" providerId="LiveId" clId="{016402AB-923D-4370-8BCB-8B892640801C}" dt="2025-12-05T16:37:27.004" v="1129" actId="1076"/>
          <ac:graphicFrameMkLst>
            <pc:docMk/>
            <pc:sldMk cId="2410031699" sldId="266"/>
            <ac:graphicFrameMk id="35" creationId="{4C538A58-B103-2443-2F41-DD2AD5559A72}"/>
          </ac:graphicFrameMkLst>
        </pc:graphicFrameChg>
      </pc:sldChg>
      <pc:sldChg chg="modSp new del mod">
        <pc:chgData name="Prudhvini K" userId="799660341325b3ca" providerId="LiveId" clId="{016402AB-923D-4370-8BCB-8B892640801C}" dt="2025-12-05T15:29:23.616" v="695" actId="680"/>
        <pc:sldMkLst>
          <pc:docMk/>
          <pc:sldMk cId="575174032" sldId="267"/>
        </pc:sldMkLst>
        <pc:spChg chg="mod">
          <ac:chgData name="Prudhvini K" userId="799660341325b3ca" providerId="LiveId" clId="{016402AB-923D-4370-8BCB-8B892640801C}" dt="2025-12-05T15:29:23.078" v="694"/>
          <ac:spMkLst>
            <pc:docMk/>
            <pc:sldMk cId="575174032" sldId="267"/>
            <ac:spMk id="2" creationId="{F8ADDB1E-92F9-2295-5AAF-F477B3143BE4}"/>
          </ac:spMkLst>
        </pc:spChg>
      </pc:sldChg>
      <pc:sldChg chg="modSp new del mod">
        <pc:chgData name="Prudhvini K" userId="799660341325b3ca" providerId="LiveId" clId="{016402AB-923D-4370-8BCB-8B892640801C}" dt="2025-12-05T15:29:01.330" v="688" actId="680"/>
        <pc:sldMkLst>
          <pc:docMk/>
          <pc:sldMk cId="2321925777" sldId="267"/>
        </pc:sldMkLst>
        <pc:spChg chg="mod">
          <ac:chgData name="Prudhvini K" userId="799660341325b3ca" providerId="LiveId" clId="{016402AB-923D-4370-8BCB-8B892640801C}" dt="2025-12-05T15:29:00.760" v="687"/>
          <ac:spMkLst>
            <pc:docMk/>
            <pc:sldMk cId="2321925777" sldId="267"/>
            <ac:spMk id="3" creationId="{C783588E-F3B9-6F07-3095-DAFC2B44C084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3_2">
  <dgm:title val=""/>
  <dgm:desc val=""/>
  <dgm:catLst>
    <dgm:cat type="accent3" pri="13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EC5399-BFAB-4E8C-AF8D-0512C416FF0E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3_2" csCatId="accent3" phldr="1"/>
      <dgm:spPr/>
      <dgm:t>
        <a:bodyPr/>
        <a:lstStyle/>
        <a:p>
          <a:endParaRPr lang="en-US"/>
        </a:p>
      </dgm:t>
    </dgm:pt>
    <dgm:pt modelId="{41FE90EE-83B1-4D64-B0A8-9D0966D3AA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Appliances operate </a:t>
          </a:r>
          <a:r>
            <a:rPr lang="en-US" b="1" i="0" baseline="0"/>
            <a:t>manually</a:t>
          </a:r>
          <a:r>
            <a:rPr lang="en-US" b="0" i="0" baseline="0"/>
            <a:t>, no remote control</a:t>
          </a:r>
          <a:endParaRPr lang="en-US"/>
        </a:p>
      </dgm:t>
    </dgm:pt>
    <dgm:pt modelId="{D17C316F-7E73-445A-89F5-83EC46768547}" type="parTrans" cxnId="{96D7D1AA-E676-4A9B-8B5A-B239952D6E92}">
      <dgm:prSet/>
      <dgm:spPr/>
      <dgm:t>
        <a:bodyPr/>
        <a:lstStyle/>
        <a:p>
          <a:endParaRPr lang="en-US"/>
        </a:p>
      </dgm:t>
    </dgm:pt>
    <dgm:pt modelId="{842C9616-BE19-4AEB-B707-C362B1DB75AF}" type="sibTrans" cxnId="{96D7D1AA-E676-4A9B-8B5A-B239952D6E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53857F-F8CE-4F4B-AF8F-2AF130F3C61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Users </a:t>
          </a:r>
          <a:r>
            <a:rPr lang="en-US" b="1" i="0" baseline="0"/>
            <a:t>cannot view</a:t>
          </a:r>
          <a:r>
            <a:rPr lang="en-US" b="0" i="0" baseline="0"/>
            <a:t> which device consumes how much power</a:t>
          </a:r>
          <a:endParaRPr lang="en-US"/>
        </a:p>
      </dgm:t>
    </dgm:pt>
    <dgm:pt modelId="{323A4E9A-F41E-4D1B-900B-2CF09261859A}" type="parTrans" cxnId="{FCE29875-25AE-4A40-AEBE-522003D638C2}">
      <dgm:prSet/>
      <dgm:spPr/>
      <dgm:t>
        <a:bodyPr/>
        <a:lstStyle/>
        <a:p>
          <a:endParaRPr lang="en-US"/>
        </a:p>
      </dgm:t>
    </dgm:pt>
    <dgm:pt modelId="{E5383435-7A09-49D3-8597-9C495074A887}" type="sibTrans" cxnId="{FCE29875-25AE-4A40-AEBE-522003D638C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64EA512-7B11-48BA-B62F-BA03FEFECF9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Energy consumption is revealed </a:t>
          </a:r>
          <a:r>
            <a:rPr lang="en-US" b="1" i="0" baseline="0"/>
            <a:t>only in monthly bill</a:t>
          </a:r>
          <a:endParaRPr lang="en-US"/>
        </a:p>
      </dgm:t>
    </dgm:pt>
    <dgm:pt modelId="{5B05FE7E-F603-4B74-9D7D-02DCC97F1D8E}" type="parTrans" cxnId="{40B3191D-529A-4C2E-B666-355DF7C854E1}">
      <dgm:prSet/>
      <dgm:spPr/>
      <dgm:t>
        <a:bodyPr/>
        <a:lstStyle/>
        <a:p>
          <a:endParaRPr lang="en-US"/>
        </a:p>
      </dgm:t>
    </dgm:pt>
    <dgm:pt modelId="{8559FB98-658E-4D75-96F1-423C9A70F305}" type="sibTrans" cxnId="{40B3191D-529A-4C2E-B666-355DF7C854E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BFABDBE-3FC5-4377-9EBB-7C0C368A74A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Difficult to </a:t>
          </a:r>
          <a:r>
            <a:rPr lang="en-US" b="1" i="0" baseline="0"/>
            <a:t>identify high-power-consuming devices</a:t>
          </a:r>
          <a:endParaRPr lang="en-US"/>
        </a:p>
      </dgm:t>
    </dgm:pt>
    <dgm:pt modelId="{683D53B6-764D-41E6-A3C6-C8A24F8D1732}" type="parTrans" cxnId="{C0B9EF09-CA48-4C2F-A003-D13499C28BB8}">
      <dgm:prSet/>
      <dgm:spPr/>
      <dgm:t>
        <a:bodyPr/>
        <a:lstStyle/>
        <a:p>
          <a:endParaRPr lang="en-US"/>
        </a:p>
      </dgm:t>
    </dgm:pt>
    <dgm:pt modelId="{D03C37FB-E6D1-425E-80E7-0819237970D5}" type="sibTrans" cxnId="{C0B9EF09-CA48-4C2F-A003-D13499C28BB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72A6FE7-6ACF-4C02-B726-BC105E94E89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No </a:t>
          </a:r>
          <a:r>
            <a:rPr lang="en-US" b="1" i="0" baseline="0"/>
            <a:t>alerts</a:t>
          </a:r>
          <a:r>
            <a:rPr lang="en-US" b="0" i="0" baseline="0"/>
            <a:t> for over-usage or unattended appliances</a:t>
          </a:r>
          <a:endParaRPr lang="en-US"/>
        </a:p>
      </dgm:t>
    </dgm:pt>
    <dgm:pt modelId="{DDA16ED0-8782-4B3A-B0FB-2FF5CCBEEBDD}" type="parTrans" cxnId="{698438D7-6326-4384-9F98-423556D3DBD8}">
      <dgm:prSet/>
      <dgm:spPr/>
      <dgm:t>
        <a:bodyPr/>
        <a:lstStyle/>
        <a:p>
          <a:endParaRPr lang="en-US"/>
        </a:p>
      </dgm:t>
    </dgm:pt>
    <dgm:pt modelId="{2CB5B441-9981-4076-96D8-6EDDDB51B2E6}" type="sibTrans" cxnId="{698438D7-6326-4384-9F98-423556D3DBD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B810046-24F0-493C-833A-BD45DB52406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Leads to </a:t>
          </a:r>
          <a:r>
            <a:rPr lang="en-US" b="1" i="0" baseline="0"/>
            <a:t>energy wastage</a:t>
          </a:r>
          <a:r>
            <a:rPr lang="en-US" b="0" i="0" baseline="0"/>
            <a:t> and </a:t>
          </a:r>
          <a:r>
            <a:rPr lang="en-US" b="1" i="0" baseline="0"/>
            <a:t>higher electricity bills</a:t>
          </a:r>
          <a:endParaRPr lang="en-US"/>
        </a:p>
      </dgm:t>
    </dgm:pt>
    <dgm:pt modelId="{402C7DF3-F1BB-4434-BBD2-CDC60BE4BD01}" type="parTrans" cxnId="{543DB365-F398-4893-A33A-886BC9687EEB}">
      <dgm:prSet/>
      <dgm:spPr/>
      <dgm:t>
        <a:bodyPr/>
        <a:lstStyle/>
        <a:p>
          <a:endParaRPr lang="en-US"/>
        </a:p>
      </dgm:t>
    </dgm:pt>
    <dgm:pt modelId="{6B15ADBB-5D83-467F-AA02-F74F2D0553E2}" type="sibTrans" cxnId="{543DB365-F398-4893-A33A-886BC9687EEB}">
      <dgm:prSet/>
      <dgm:spPr/>
      <dgm:t>
        <a:bodyPr/>
        <a:lstStyle/>
        <a:p>
          <a:endParaRPr lang="en-US"/>
        </a:p>
      </dgm:t>
    </dgm:pt>
    <dgm:pt modelId="{1049D704-1314-4241-8464-84A0AD62D3E6}" type="pres">
      <dgm:prSet presAssocID="{CDEC5399-BFAB-4E8C-AF8D-0512C416FF0E}" presName="root" presStyleCnt="0">
        <dgm:presLayoutVars>
          <dgm:dir/>
          <dgm:resizeHandles val="exact"/>
        </dgm:presLayoutVars>
      </dgm:prSet>
      <dgm:spPr/>
    </dgm:pt>
    <dgm:pt modelId="{DF524666-F27C-4E9A-B76E-0CD940540897}" type="pres">
      <dgm:prSet presAssocID="{CDEC5399-BFAB-4E8C-AF8D-0512C416FF0E}" presName="container" presStyleCnt="0">
        <dgm:presLayoutVars>
          <dgm:dir/>
          <dgm:resizeHandles val="exact"/>
        </dgm:presLayoutVars>
      </dgm:prSet>
      <dgm:spPr/>
    </dgm:pt>
    <dgm:pt modelId="{CACAB16A-4219-44C3-A489-7409C177D7ED}" type="pres">
      <dgm:prSet presAssocID="{41FE90EE-83B1-4D64-B0A8-9D0966D3AABE}" presName="compNode" presStyleCnt="0"/>
      <dgm:spPr/>
    </dgm:pt>
    <dgm:pt modelId="{90C8A19A-5B4C-4D9C-A073-47D53932D0AF}" type="pres">
      <dgm:prSet presAssocID="{41FE90EE-83B1-4D64-B0A8-9D0966D3AABE}" presName="iconBgRect" presStyleLbl="bgShp" presStyleIdx="0" presStyleCnt="6"/>
      <dgm:spPr/>
    </dgm:pt>
    <dgm:pt modelId="{F83FB9A5-A94A-4B9E-8875-1B2F905155E4}" type="pres">
      <dgm:prSet presAssocID="{41FE90EE-83B1-4D64-B0A8-9D0966D3AABE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mote control"/>
        </a:ext>
      </dgm:extLst>
    </dgm:pt>
    <dgm:pt modelId="{9248754E-86C9-4A3A-9073-9228DAF9D502}" type="pres">
      <dgm:prSet presAssocID="{41FE90EE-83B1-4D64-B0A8-9D0966D3AABE}" presName="spaceRect" presStyleCnt="0"/>
      <dgm:spPr/>
    </dgm:pt>
    <dgm:pt modelId="{64F09B06-FDF4-4575-82B8-EA29B338295B}" type="pres">
      <dgm:prSet presAssocID="{41FE90EE-83B1-4D64-B0A8-9D0966D3AABE}" presName="textRect" presStyleLbl="revTx" presStyleIdx="0" presStyleCnt="6">
        <dgm:presLayoutVars>
          <dgm:chMax val="1"/>
          <dgm:chPref val="1"/>
        </dgm:presLayoutVars>
      </dgm:prSet>
      <dgm:spPr/>
    </dgm:pt>
    <dgm:pt modelId="{826DD054-C556-4D6C-BD82-4CE838F2EAF6}" type="pres">
      <dgm:prSet presAssocID="{842C9616-BE19-4AEB-B707-C362B1DB75AF}" presName="sibTrans" presStyleLbl="sibTrans2D1" presStyleIdx="0" presStyleCnt="0"/>
      <dgm:spPr/>
    </dgm:pt>
    <dgm:pt modelId="{D5EC4CDD-AD73-487A-BA9C-DF26CC7397AB}" type="pres">
      <dgm:prSet presAssocID="{AE53857F-F8CE-4F4B-AF8F-2AF130F3C617}" presName="compNode" presStyleCnt="0"/>
      <dgm:spPr/>
    </dgm:pt>
    <dgm:pt modelId="{C97E7349-676B-4A36-996F-496618A504F3}" type="pres">
      <dgm:prSet presAssocID="{AE53857F-F8CE-4F4B-AF8F-2AF130F3C617}" presName="iconBgRect" presStyleLbl="bgShp" presStyleIdx="1" presStyleCnt="6"/>
      <dgm:spPr/>
    </dgm:pt>
    <dgm:pt modelId="{8A5AFED9-01BE-4017-A518-5881F17CD26A}" type="pres">
      <dgm:prSet presAssocID="{AE53857F-F8CE-4F4B-AF8F-2AF130F3C617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F04B1B52-31D3-4CD8-B9DF-06D590FD9BED}" type="pres">
      <dgm:prSet presAssocID="{AE53857F-F8CE-4F4B-AF8F-2AF130F3C617}" presName="spaceRect" presStyleCnt="0"/>
      <dgm:spPr/>
    </dgm:pt>
    <dgm:pt modelId="{C5530080-3053-42DE-BF9E-8C553F0EBDDB}" type="pres">
      <dgm:prSet presAssocID="{AE53857F-F8CE-4F4B-AF8F-2AF130F3C617}" presName="textRect" presStyleLbl="revTx" presStyleIdx="1" presStyleCnt="6">
        <dgm:presLayoutVars>
          <dgm:chMax val="1"/>
          <dgm:chPref val="1"/>
        </dgm:presLayoutVars>
      </dgm:prSet>
      <dgm:spPr/>
    </dgm:pt>
    <dgm:pt modelId="{95B5D1D1-486E-43BB-9358-7B3180DD92DD}" type="pres">
      <dgm:prSet presAssocID="{E5383435-7A09-49D3-8597-9C495074A887}" presName="sibTrans" presStyleLbl="sibTrans2D1" presStyleIdx="0" presStyleCnt="0"/>
      <dgm:spPr/>
    </dgm:pt>
    <dgm:pt modelId="{C24FAFA3-5F94-4B65-8999-5EE40B04E2FA}" type="pres">
      <dgm:prSet presAssocID="{C64EA512-7B11-48BA-B62F-BA03FEFECF9C}" presName="compNode" presStyleCnt="0"/>
      <dgm:spPr/>
    </dgm:pt>
    <dgm:pt modelId="{1BB43B6A-E1EA-4F9A-9D66-26933CD5D8C5}" type="pres">
      <dgm:prSet presAssocID="{C64EA512-7B11-48BA-B62F-BA03FEFECF9C}" presName="iconBgRect" presStyleLbl="bgShp" presStyleIdx="2" presStyleCnt="6"/>
      <dgm:spPr/>
    </dgm:pt>
    <dgm:pt modelId="{2BF3610E-0C9C-4A84-B2AC-CD4FA93C9F5F}" type="pres">
      <dgm:prSet presAssocID="{C64EA512-7B11-48BA-B62F-BA03FEFECF9C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7D0984E-05F0-4535-89CC-96CFEC8FA51D}" type="pres">
      <dgm:prSet presAssocID="{C64EA512-7B11-48BA-B62F-BA03FEFECF9C}" presName="spaceRect" presStyleCnt="0"/>
      <dgm:spPr/>
    </dgm:pt>
    <dgm:pt modelId="{FEB0BF54-077C-43F5-8994-312E3C4DB7C4}" type="pres">
      <dgm:prSet presAssocID="{C64EA512-7B11-48BA-B62F-BA03FEFECF9C}" presName="textRect" presStyleLbl="revTx" presStyleIdx="2" presStyleCnt="6">
        <dgm:presLayoutVars>
          <dgm:chMax val="1"/>
          <dgm:chPref val="1"/>
        </dgm:presLayoutVars>
      </dgm:prSet>
      <dgm:spPr/>
    </dgm:pt>
    <dgm:pt modelId="{8FB7BFB4-0B05-4922-9DE6-BD3042023EE7}" type="pres">
      <dgm:prSet presAssocID="{8559FB98-658E-4D75-96F1-423C9A70F305}" presName="sibTrans" presStyleLbl="sibTrans2D1" presStyleIdx="0" presStyleCnt="0"/>
      <dgm:spPr/>
    </dgm:pt>
    <dgm:pt modelId="{A79DDA03-434D-4554-9A7D-369FE146197B}" type="pres">
      <dgm:prSet presAssocID="{FBFABDBE-3FC5-4377-9EBB-7C0C368A74A0}" presName="compNode" presStyleCnt="0"/>
      <dgm:spPr/>
    </dgm:pt>
    <dgm:pt modelId="{AEB55314-8FE2-4C86-94C9-EB11BF8AC43A}" type="pres">
      <dgm:prSet presAssocID="{FBFABDBE-3FC5-4377-9EBB-7C0C368A74A0}" presName="iconBgRect" presStyleLbl="bgShp" presStyleIdx="3" presStyleCnt="6"/>
      <dgm:spPr/>
    </dgm:pt>
    <dgm:pt modelId="{AEF30D89-3F2B-46D5-BD3D-7FAF8CAA6FB8}" type="pres">
      <dgm:prSet presAssocID="{FBFABDBE-3FC5-4377-9EBB-7C0C368A74A0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5263DBCB-E499-4976-B1B1-404EAC962B5E}" type="pres">
      <dgm:prSet presAssocID="{FBFABDBE-3FC5-4377-9EBB-7C0C368A74A0}" presName="spaceRect" presStyleCnt="0"/>
      <dgm:spPr/>
    </dgm:pt>
    <dgm:pt modelId="{422DE9BF-F835-4175-977E-10C41FF4D12B}" type="pres">
      <dgm:prSet presAssocID="{FBFABDBE-3FC5-4377-9EBB-7C0C368A74A0}" presName="textRect" presStyleLbl="revTx" presStyleIdx="3" presStyleCnt="6">
        <dgm:presLayoutVars>
          <dgm:chMax val="1"/>
          <dgm:chPref val="1"/>
        </dgm:presLayoutVars>
      </dgm:prSet>
      <dgm:spPr/>
    </dgm:pt>
    <dgm:pt modelId="{ABF75F8B-3071-4995-8334-DE11A8722D6B}" type="pres">
      <dgm:prSet presAssocID="{D03C37FB-E6D1-425E-80E7-0819237970D5}" presName="sibTrans" presStyleLbl="sibTrans2D1" presStyleIdx="0" presStyleCnt="0"/>
      <dgm:spPr/>
    </dgm:pt>
    <dgm:pt modelId="{20DB08EE-D591-4EB5-AFFA-BBA924456EB6}" type="pres">
      <dgm:prSet presAssocID="{E72A6FE7-6ACF-4C02-B726-BC105E94E893}" presName="compNode" presStyleCnt="0"/>
      <dgm:spPr/>
    </dgm:pt>
    <dgm:pt modelId="{AAAB239C-75EB-46A7-AC88-862F72D24143}" type="pres">
      <dgm:prSet presAssocID="{E72A6FE7-6ACF-4C02-B726-BC105E94E893}" presName="iconBgRect" presStyleLbl="bgShp" presStyleIdx="4" presStyleCnt="6"/>
      <dgm:spPr/>
    </dgm:pt>
    <dgm:pt modelId="{0C31B1B4-84FE-48A2-B8A0-D5DD36714B62}" type="pres">
      <dgm:prSet presAssocID="{E72A6FE7-6ACF-4C02-B726-BC105E94E893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ll"/>
        </a:ext>
      </dgm:extLst>
    </dgm:pt>
    <dgm:pt modelId="{B17C95CC-C152-4C35-B6E6-F1D6C4C900C1}" type="pres">
      <dgm:prSet presAssocID="{E72A6FE7-6ACF-4C02-B726-BC105E94E893}" presName="spaceRect" presStyleCnt="0"/>
      <dgm:spPr/>
    </dgm:pt>
    <dgm:pt modelId="{FAC74415-A47D-4C93-9BE6-EA7EDD76D29F}" type="pres">
      <dgm:prSet presAssocID="{E72A6FE7-6ACF-4C02-B726-BC105E94E893}" presName="textRect" presStyleLbl="revTx" presStyleIdx="4" presStyleCnt="6">
        <dgm:presLayoutVars>
          <dgm:chMax val="1"/>
          <dgm:chPref val="1"/>
        </dgm:presLayoutVars>
      </dgm:prSet>
      <dgm:spPr/>
    </dgm:pt>
    <dgm:pt modelId="{8B6C0956-C0E9-476A-8246-E283908097FB}" type="pres">
      <dgm:prSet presAssocID="{2CB5B441-9981-4076-96D8-6EDDDB51B2E6}" presName="sibTrans" presStyleLbl="sibTrans2D1" presStyleIdx="0" presStyleCnt="0"/>
      <dgm:spPr/>
    </dgm:pt>
    <dgm:pt modelId="{70E09B0B-F371-4800-B5DA-5AE5AC55A35F}" type="pres">
      <dgm:prSet presAssocID="{DB810046-24F0-493C-833A-BD45DB524066}" presName="compNode" presStyleCnt="0"/>
      <dgm:spPr/>
    </dgm:pt>
    <dgm:pt modelId="{BF1C1B9E-0A82-4F27-96B5-691EB9E610FD}" type="pres">
      <dgm:prSet presAssocID="{DB810046-24F0-493C-833A-BD45DB524066}" presName="iconBgRect" presStyleLbl="bgShp" presStyleIdx="5" presStyleCnt="6"/>
      <dgm:spPr/>
    </dgm:pt>
    <dgm:pt modelId="{DEBE5995-89C4-440A-AFD5-1753C07ED002}" type="pres">
      <dgm:prSet presAssocID="{DB810046-24F0-493C-833A-BD45DB524066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ward trend"/>
        </a:ext>
      </dgm:extLst>
    </dgm:pt>
    <dgm:pt modelId="{7B8E640B-CF25-4861-A3A2-B13C1BA0DA0C}" type="pres">
      <dgm:prSet presAssocID="{DB810046-24F0-493C-833A-BD45DB524066}" presName="spaceRect" presStyleCnt="0"/>
      <dgm:spPr/>
    </dgm:pt>
    <dgm:pt modelId="{90EAA880-911A-4C30-97C6-C1DD9162EC21}" type="pres">
      <dgm:prSet presAssocID="{DB810046-24F0-493C-833A-BD45DB524066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DCEFFF04-D3BF-4F65-BC2A-54840C4BE3AF}" type="presOf" srcId="{41FE90EE-83B1-4D64-B0A8-9D0966D3AABE}" destId="{64F09B06-FDF4-4575-82B8-EA29B338295B}" srcOrd="0" destOrd="0" presId="urn:microsoft.com/office/officeart/2018/2/layout/IconCircleList"/>
    <dgm:cxn modelId="{C0B9EF09-CA48-4C2F-A003-D13499C28BB8}" srcId="{CDEC5399-BFAB-4E8C-AF8D-0512C416FF0E}" destId="{FBFABDBE-3FC5-4377-9EBB-7C0C368A74A0}" srcOrd="3" destOrd="0" parTransId="{683D53B6-764D-41E6-A3C6-C8A24F8D1732}" sibTransId="{D03C37FB-E6D1-425E-80E7-0819237970D5}"/>
    <dgm:cxn modelId="{19776A13-26D6-4422-8F7D-593FB6A11121}" type="presOf" srcId="{E5383435-7A09-49D3-8597-9C495074A887}" destId="{95B5D1D1-486E-43BB-9358-7B3180DD92DD}" srcOrd="0" destOrd="0" presId="urn:microsoft.com/office/officeart/2018/2/layout/IconCircleList"/>
    <dgm:cxn modelId="{40B3191D-529A-4C2E-B666-355DF7C854E1}" srcId="{CDEC5399-BFAB-4E8C-AF8D-0512C416FF0E}" destId="{C64EA512-7B11-48BA-B62F-BA03FEFECF9C}" srcOrd="2" destOrd="0" parTransId="{5B05FE7E-F603-4B74-9D7D-02DCC97F1D8E}" sibTransId="{8559FB98-658E-4D75-96F1-423C9A70F305}"/>
    <dgm:cxn modelId="{54096328-EC2F-45F2-B3FA-D95CB087F11A}" type="presOf" srcId="{8559FB98-658E-4D75-96F1-423C9A70F305}" destId="{8FB7BFB4-0B05-4922-9DE6-BD3042023EE7}" srcOrd="0" destOrd="0" presId="urn:microsoft.com/office/officeart/2018/2/layout/IconCircleList"/>
    <dgm:cxn modelId="{294FC95D-3BA8-44BF-B3EA-28167D8AC1A3}" type="presOf" srcId="{C64EA512-7B11-48BA-B62F-BA03FEFECF9C}" destId="{FEB0BF54-077C-43F5-8994-312E3C4DB7C4}" srcOrd="0" destOrd="0" presId="urn:microsoft.com/office/officeart/2018/2/layout/IconCircleList"/>
    <dgm:cxn modelId="{543DB365-F398-4893-A33A-886BC9687EEB}" srcId="{CDEC5399-BFAB-4E8C-AF8D-0512C416FF0E}" destId="{DB810046-24F0-493C-833A-BD45DB524066}" srcOrd="5" destOrd="0" parTransId="{402C7DF3-F1BB-4434-BBD2-CDC60BE4BD01}" sibTransId="{6B15ADBB-5D83-467F-AA02-F74F2D0553E2}"/>
    <dgm:cxn modelId="{C5F51E4C-6E77-4C45-AAD8-BE55DE3629A7}" type="presOf" srcId="{DB810046-24F0-493C-833A-BD45DB524066}" destId="{90EAA880-911A-4C30-97C6-C1DD9162EC21}" srcOrd="0" destOrd="0" presId="urn:microsoft.com/office/officeart/2018/2/layout/IconCircleList"/>
    <dgm:cxn modelId="{FCE29875-25AE-4A40-AEBE-522003D638C2}" srcId="{CDEC5399-BFAB-4E8C-AF8D-0512C416FF0E}" destId="{AE53857F-F8CE-4F4B-AF8F-2AF130F3C617}" srcOrd="1" destOrd="0" parTransId="{323A4E9A-F41E-4D1B-900B-2CF09261859A}" sibTransId="{E5383435-7A09-49D3-8597-9C495074A887}"/>
    <dgm:cxn modelId="{B2936E8A-D265-4E2B-874C-8E9CAB39D889}" type="presOf" srcId="{CDEC5399-BFAB-4E8C-AF8D-0512C416FF0E}" destId="{1049D704-1314-4241-8464-84A0AD62D3E6}" srcOrd="0" destOrd="0" presId="urn:microsoft.com/office/officeart/2018/2/layout/IconCircleList"/>
    <dgm:cxn modelId="{342AA19F-0FDD-4EC4-B910-380CA8D82C99}" type="presOf" srcId="{2CB5B441-9981-4076-96D8-6EDDDB51B2E6}" destId="{8B6C0956-C0E9-476A-8246-E283908097FB}" srcOrd="0" destOrd="0" presId="urn:microsoft.com/office/officeart/2018/2/layout/IconCircleList"/>
    <dgm:cxn modelId="{9A4139AA-AD90-4238-9D95-F98F58A4BF45}" type="presOf" srcId="{D03C37FB-E6D1-425E-80E7-0819237970D5}" destId="{ABF75F8B-3071-4995-8334-DE11A8722D6B}" srcOrd="0" destOrd="0" presId="urn:microsoft.com/office/officeart/2018/2/layout/IconCircleList"/>
    <dgm:cxn modelId="{96D7D1AA-E676-4A9B-8B5A-B239952D6E92}" srcId="{CDEC5399-BFAB-4E8C-AF8D-0512C416FF0E}" destId="{41FE90EE-83B1-4D64-B0A8-9D0966D3AABE}" srcOrd="0" destOrd="0" parTransId="{D17C316F-7E73-445A-89F5-83EC46768547}" sibTransId="{842C9616-BE19-4AEB-B707-C362B1DB75AF}"/>
    <dgm:cxn modelId="{22892AB4-039D-4C66-AE48-1DB30BE9202B}" type="presOf" srcId="{E72A6FE7-6ACF-4C02-B726-BC105E94E893}" destId="{FAC74415-A47D-4C93-9BE6-EA7EDD76D29F}" srcOrd="0" destOrd="0" presId="urn:microsoft.com/office/officeart/2018/2/layout/IconCircleList"/>
    <dgm:cxn modelId="{888AFFC8-37D0-421E-9B6F-69163F58D5A8}" type="presOf" srcId="{AE53857F-F8CE-4F4B-AF8F-2AF130F3C617}" destId="{C5530080-3053-42DE-BF9E-8C553F0EBDDB}" srcOrd="0" destOrd="0" presId="urn:microsoft.com/office/officeart/2018/2/layout/IconCircleList"/>
    <dgm:cxn modelId="{517515D5-154F-48D4-89F9-AF006311F29C}" type="presOf" srcId="{FBFABDBE-3FC5-4377-9EBB-7C0C368A74A0}" destId="{422DE9BF-F835-4175-977E-10C41FF4D12B}" srcOrd="0" destOrd="0" presId="urn:microsoft.com/office/officeart/2018/2/layout/IconCircleList"/>
    <dgm:cxn modelId="{698438D7-6326-4384-9F98-423556D3DBD8}" srcId="{CDEC5399-BFAB-4E8C-AF8D-0512C416FF0E}" destId="{E72A6FE7-6ACF-4C02-B726-BC105E94E893}" srcOrd="4" destOrd="0" parTransId="{DDA16ED0-8782-4B3A-B0FB-2FF5CCBEEBDD}" sibTransId="{2CB5B441-9981-4076-96D8-6EDDDB51B2E6}"/>
    <dgm:cxn modelId="{C6F2DDEE-D86D-49B3-AA68-562057B4E9F2}" type="presOf" srcId="{842C9616-BE19-4AEB-B707-C362B1DB75AF}" destId="{826DD054-C556-4D6C-BD82-4CE838F2EAF6}" srcOrd="0" destOrd="0" presId="urn:microsoft.com/office/officeart/2018/2/layout/IconCircleList"/>
    <dgm:cxn modelId="{9352627F-80D2-40E4-8ABC-462096B2B4A8}" type="presParOf" srcId="{1049D704-1314-4241-8464-84A0AD62D3E6}" destId="{DF524666-F27C-4E9A-B76E-0CD940540897}" srcOrd="0" destOrd="0" presId="urn:microsoft.com/office/officeart/2018/2/layout/IconCircleList"/>
    <dgm:cxn modelId="{F9DF8F14-96B0-4129-B226-3C516BA9D453}" type="presParOf" srcId="{DF524666-F27C-4E9A-B76E-0CD940540897}" destId="{CACAB16A-4219-44C3-A489-7409C177D7ED}" srcOrd="0" destOrd="0" presId="urn:microsoft.com/office/officeart/2018/2/layout/IconCircleList"/>
    <dgm:cxn modelId="{F506F8EC-7C95-4101-868D-9F795A29ACBE}" type="presParOf" srcId="{CACAB16A-4219-44C3-A489-7409C177D7ED}" destId="{90C8A19A-5B4C-4D9C-A073-47D53932D0AF}" srcOrd="0" destOrd="0" presId="urn:microsoft.com/office/officeart/2018/2/layout/IconCircleList"/>
    <dgm:cxn modelId="{4786D926-371D-4EE0-8279-4168BCACBE4C}" type="presParOf" srcId="{CACAB16A-4219-44C3-A489-7409C177D7ED}" destId="{F83FB9A5-A94A-4B9E-8875-1B2F905155E4}" srcOrd="1" destOrd="0" presId="urn:microsoft.com/office/officeart/2018/2/layout/IconCircleList"/>
    <dgm:cxn modelId="{D51D8811-46ED-4B6B-82F8-44B5012A0F33}" type="presParOf" srcId="{CACAB16A-4219-44C3-A489-7409C177D7ED}" destId="{9248754E-86C9-4A3A-9073-9228DAF9D502}" srcOrd="2" destOrd="0" presId="urn:microsoft.com/office/officeart/2018/2/layout/IconCircleList"/>
    <dgm:cxn modelId="{EACBAF6A-84DE-4FE1-9495-CACB5B19F32A}" type="presParOf" srcId="{CACAB16A-4219-44C3-A489-7409C177D7ED}" destId="{64F09B06-FDF4-4575-82B8-EA29B338295B}" srcOrd="3" destOrd="0" presId="urn:microsoft.com/office/officeart/2018/2/layout/IconCircleList"/>
    <dgm:cxn modelId="{266E9B08-43F5-4C07-B828-2ADB35CAFBB2}" type="presParOf" srcId="{DF524666-F27C-4E9A-B76E-0CD940540897}" destId="{826DD054-C556-4D6C-BD82-4CE838F2EAF6}" srcOrd="1" destOrd="0" presId="urn:microsoft.com/office/officeart/2018/2/layout/IconCircleList"/>
    <dgm:cxn modelId="{63DC7C2C-0E50-4A09-9F8A-0558114C0563}" type="presParOf" srcId="{DF524666-F27C-4E9A-B76E-0CD940540897}" destId="{D5EC4CDD-AD73-487A-BA9C-DF26CC7397AB}" srcOrd="2" destOrd="0" presId="urn:microsoft.com/office/officeart/2018/2/layout/IconCircleList"/>
    <dgm:cxn modelId="{06F2CABB-2422-469F-89A2-EA1E611AFEAD}" type="presParOf" srcId="{D5EC4CDD-AD73-487A-BA9C-DF26CC7397AB}" destId="{C97E7349-676B-4A36-996F-496618A504F3}" srcOrd="0" destOrd="0" presId="urn:microsoft.com/office/officeart/2018/2/layout/IconCircleList"/>
    <dgm:cxn modelId="{FEE61B0A-7AA3-40CD-B2EF-9F73C4351D53}" type="presParOf" srcId="{D5EC4CDD-AD73-487A-BA9C-DF26CC7397AB}" destId="{8A5AFED9-01BE-4017-A518-5881F17CD26A}" srcOrd="1" destOrd="0" presId="urn:microsoft.com/office/officeart/2018/2/layout/IconCircleList"/>
    <dgm:cxn modelId="{D12D6CB3-BABF-4416-B563-6FD7515CCE3C}" type="presParOf" srcId="{D5EC4CDD-AD73-487A-BA9C-DF26CC7397AB}" destId="{F04B1B52-31D3-4CD8-B9DF-06D590FD9BED}" srcOrd="2" destOrd="0" presId="urn:microsoft.com/office/officeart/2018/2/layout/IconCircleList"/>
    <dgm:cxn modelId="{35A34426-7281-4817-8979-532F204639E2}" type="presParOf" srcId="{D5EC4CDD-AD73-487A-BA9C-DF26CC7397AB}" destId="{C5530080-3053-42DE-BF9E-8C553F0EBDDB}" srcOrd="3" destOrd="0" presId="urn:microsoft.com/office/officeart/2018/2/layout/IconCircleList"/>
    <dgm:cxn modelId="{8EC7A45E-68B1-4875-B876-4B4ED5538C45}" type="presParOf" srcId="{DF524666-F27C-4E9A-B76E-0CD940540897}" destId="{95B5D1D1-486E-43BB-9358-7B3180DD92DD}" srcOrd="3" destOrd="0" presId="urn:microsoft.com/office/officeart/2018/2/layout/IconCircleList"/>
    <dgm:cxn modelId="{11BAE300-8F5B-414F-8D82-584357F46193}" type="presParOf" srcId="{DF524666-F27C-4E9A-B76E-0CD940540897}" destId="{C24FAFA3-5F94-4B65-8999-5EE40B04E2FA}" srcOrd="4" destOrd="0" presId="urn:microsoft.com/office/officeart/2018/2/layout/IconCircleList"/>
    <dgm:cxn modelId="{503390A5-08DE-41E0-A0F4-52CE0EA142B2}" type="presParOf" srcId="{C24FAFA3-5F94-4B65-8999-5EE40B04E2FA}" destId="{1BB43B6A-E1EA-4F9A-9D66-26933CD5D8C5}" srcOrd="0" destOrd="0" presId="urn:microsoft.com/office/officeart/2018/2/layout/IconCircleList"/>
    <dgm:cxn modelId="{07A9161E-309A-4180-B551-02B63A71B277}" type="presParOf" srcId="{C24FAFA3-5F94-4B65-8999-5EE40B04E2FA}" destId="{2BF3610E-0C9C-4A84-B2AC-CD4FA93C9F5F}" srcOrd="1" destOrd="0" presId="urn:microsoft.com/office/officeart/2018/2/layout/IconCircleList"/>
    <dgm:cxn modelId="{DF85FCE6-6317-4FC5-A8B6-5186CE1D13E0}" type="presParOf" srcId="{C24FAFA3-5F94-4B65-8999-5EE40B04E2FA}" destId="{C7D0984E-05F0-4535-89CC-96CFEC8FA51D}" srcOrd="2" destOrd="0" presId="urn:microsoft.com/office/officeart/2018/2/layout/IconCircleList"/>
    <dgm:cxn modelId="{467EA93E-6BDF-4501-9FBC-F57EF3FF2325}" type="presParOf" srcId="{C24FAFA3-5F94-4B65-8999-5EE40B04E2FA}" destId="{FEB0BF54-077C-43F5-8994-312E3C4DB7C4}" srcOrd="3" destOrd="0" presId="urn:microsoft.com/office/officeart/2018/2/layout/IconCircleList"/>
    <dgm:cxn modelId="{FF6640C2-A430-4C8E-8E0B-62E8D26F7F03}" type="presParOf" srcId="{DF524666-F27C-4E9A-B76E-0CD940540897}" destId="{8FB7BFB4-0B05-4922-9DE6-BD3042023EE7}" srcOrd="5" destOrd="0" presId="urn:microsoft.com/office/officeart/2018/2/layout/IconCircleList"/>
    <dgm:cxn modelId="{2D7FE008-971B-4D9B-9032-F87D63BB2BD0}" type="presParOf" srcId="{DF524666-F27C-4E9A-B76E-0CD940540897}" destId="{A79DDA03-434D-4554-9A7D-369FE146197B}" srcOrd="6" destOrd="0" presId="urn:microsoft.com/office/officeart/2018/2/layout/IconCircleList"/>
    <dgm:cxn modelId="{C6E3F721-A85F-4FC0-A84E-DE4406E4C938}" type="presParOf" srcId="{A79DDA03-434D-4554-9A7D-369FE146197B}" destId="{AEB55314-8FE2-4C86-94C9-EB11BF8AC43A}" srcOrd="0" destOrd="0" presId="urn:microsoft.com/office/officeart/2018/2/layout/IconCircleList"/>
    <dgm:cxn modelId="{B8A5A7E8-3773-4A78-BEB6-1A8752D14FE0}" type="presParOf" srcId="{A79DDA03-434D-4554-9A7D-369FE146197B}" destId="{AEF30D89-3F2B-46D5-BD3D-7FAF8CAA6FB8}" srcOrd="1" destOrd="0" presId="urn:microsoft.com/office/officeart/2018/2/layout/IconCircleList"/>
    <dgm:cxn modelId="{B6530B2D-3D10-4FF9-9E10-326B4936FD7D}" type="presParOf" srcId="{A79DDA03-434D-4554-9A7D-369FE146197B}" destId="{5263DBCB-E499-4976-B1B1-404EAC962B5E}" srcOrd="2" destOrd="0" presId="urn:microsoft.com/office/officeart/2018/2/layout/IconCircleList"/>
    <dgm:cxn modelId="{A4C2F370-6A7E-4E85-95B0-7B9C866AAEA8}" type="presParOf" srcId="{A79DDA03-434D-4554-9A7D-369FE146197B}" destId="{422DE9BF-F835-4175-977E-10C41FF4D12B}" srcOrd="3" destOrd="0" presId="urn:microsoft.com/office/officeart/2018/2/layout/IconCircleList"/>
    <dgm:cxn modelId="{DF3AC406-DCDC-4707-86F6-C650405E5D4F}" type="presParOf" srcId="{DF524666-F27C-4E9A-B76E-0CD940540897}" destId="{ABF75F8B-3071-4995-8334-DE11A8722D6B}" srcOrd="7" destOrd="0" presId="urn:microsoft.com/office/officeart/2018/2/layout/IconCircleList"/>
    <dgm:cxn modelId="{8E4FF96E-F8C3-4E23-9B84-A840514A42ED}" type="presParOf" srcId="{DF524666-F27C-4E9A-B76E-0CD940540897}" destId="{20DB08EE-D591-4EB5-AFFA-BBA924456EB6}" srcOrd="8" destOrd="0" presId="urn:microsoft.com/office/officeart/2018/2/layout/IconCircleList"/>
    <dgm:cxn modelId="{C6D7E588-8A29-42B5-9EE1-48AEE0A51319}" type="presParOf" srcId="{20DB08EE-D591-4EB5-AFFA-BBA924456EB6}" destId="{AAAB239C-75EB-46A7-AC88-862F72D24143}" srcOrd="0" destOrd="0" presId="urn:microsoft.com/office/officeart/2018/2/layout/IconCircleList"/>
    <dgm:cxn modelId="{C5387FCD-B0EF-47B7-A4C8-6FA06D690873}" type="presParOf" srcId="{20DB08EE-D591-4EB5-AFFA-BBA924456EB6}" destId="{0C31B1B4-84FE-48A2-B8A0-D5DD36714B62}" srcOrd="1" destOrd="0" presId="urn:microsoft.com/office/officeart/2018/2/layout/IconCircleList"/>
    <dgm:cxn modelId="{38AB0C58-FDF2-410B-9A51-F84011E5EA5C}" type="presParOf" srcId="{20DB08EE-D591-4EB5-AFFA-BBA924456EB6}" destId="{B17C95CC-C152-4C35-B6E6-F1D6C4C900C1}" srcOrd="2" destOrd="0" presId="urn:microsoft.com/office/officeart/2018/2/layout/IconCircleList"/>
    <dgm:cxn modelId="{A95180EC-44C3-4C6A-B406-A29DB581A943}" type="presParOf" srcId="{20DB08EE-D591-4EB5-AFFA-BBA924456EB6}" destId="{FAC74415-A47D-4C93-9BE6-EA7EDD76D29F}" srcOrd="3" destOrd="0" presId="urn:microsoft.com/office/officeart/2018/2/layout/IconCircleList"/>
    <dgm:cxn modelId="{F8AB6EDD-A370-45EA-8AD4-F43F895E40A8}" type="presParOf" srcId="{DF524666-F27C-4E9A-B76E-0CD940540897}" destId="{8B6C0956-C0E9-476A-8246-E283908097FB}" srcOrd="9" destOrd="0" presId="urn:microsoft.com/office/officeart/2018/2/layout/IconCircleList"/>
    <dgm:cxn modelId="{B2034C8D-299A-4D0F-BD06-E0C78825D7DF}" type="presParOf" srcId="{DF524666-F27C-4E9A-B76E-0CD940540897}" destId="{70E09B0B-F371-4800-B5DA-5AE5AC55A35F}" srcOrd="10" destOrd="0" presId="urn:microsoft.com/office/officeart/2018/2/layout/IconCircleList"/>
    <dgm:cxn modelId="{29654DBF-4998-46BA-ACF9-2973B6CACAEB}" type="presParOf" srcId="{70E09B0B-F371-4800-B5DA-5AE5AC55A35F}" destId="{BF1C1B9E-0A82-4F27-96B5-691EB9E610FD}" srcOrd="0" destOrd="0" presId="urn:microsoft.com/office/officeart/2018/2/layout/IconCircleList"/>
    <dgm:cxn modelId="{56225A89-A244-47BB-9772-300EC4F18779}" type="presParOf" srcId="{70E09B0B-F371-4800-B5DA-5AE5AC55A35F}" destId="{DEBE5995-89C4-440A-AFD5-1753C07ED002}" srcOrd="1" destOrd="0" presId="urn:microsoft.com/office/officeart/2018/2/layout/IconCircleList"/>
    <dgm:cxn modelId="{4CE0B03B-CA20-494F-A90B-0DEE617059D8}" type="presParOf" srcId="{70E09B0B-F371-4800-B5DA-5AE5AC55A35F}" destId="{7B8E640B-CF25-4861-A3A2-B13C1BA0DA0C}" srcOrd="2" destOrd="0" presId="urn:microsoft.com/office/officeart/2018/2/layout/IconCircleList"/>
    <dgm:cxn modelId="{1765CA85-CD49-493A-8ED0-E021C0ECB1B6}" type="presParOf" srcId="{70E09B0B-F371-4800-B5DA-5AE5AC55A35F}" destId="{90EAA880-911A-4C30-97C6-C1DD9162EC2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7D4202-DCC7-4106-AB83-F81A6A6C522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9352867-F2A2-47FA-8340-A50DFECE365A}">
      <dgm:prSet/>
      <dgm:spPr/>
      <dgm:t>
        <a:bodyPr/>
        <a:lstStyle/>
        <a:p>
          <a:r>
            <a:rPr lang="en-IN"/>
            <a:t>Modules</a:t>
          </a:r>
          <a:endParaRPr lang="en-US"/>
        </a:p>
      </dgm:t>
    </dgm:pt>
    <dgm:pt modelId="{F404F0DE-1ED9-41D9-A316-0B4498496600}" type="parTrans" cxnId="{BDDBE6ED-B671-4414-93D5-5CF20DB3C6A7}">
      <dgm:prSet/>
      <dgm:spPr/>
      <dgm:t>
        <a:bodyPr/>
        <a:lstStyle/>
        <a:p>
          <a:endParaRPr lang="en-US"/>
        </a:p>
      </dgm:t>
    </dgm:pt>
    <dgm:pt modelId="{6F50BAEB-4955-4858-9786-55C2460A3C3C}" type="sibTrans" cxnId="{BDDBE6ED-B671-4414-93D5-5CF20DB3C6A7}">
      <dgm:prSet/>
      <dgm:spPr/>
      <dgm:t>
        <a:bodyPr/>
        <a:lstStyle/>
        <a:p>
          <a:endParaRPr lang="en-US"/>
        </a:p>
      </dgm:t>
    </dgm:pt>
    <dgm:pt modelId="{8E26C3E3-7D67-46F3-B64B-AEFE3705F9E2}">
      <dgm:prSet/>
      <dgm:spPr/>
      <dgm:t>
        <a:bodyPr/>
        <a:lstStyle/>
        <a:p>
          <a:r>
            <a:rPr lang="en-US"/>
            <a:t>Authentication &amp; Role Management</a:t>
          </a:r>
        </a:p>
      </dgm:t>
    </dgm:pt>
    <dgm:pt modelId="{80354D71-932D-44E2-B147-BAA8AB6D73D0}" type="parTrans" cxnId="{9A9D1C06-AE2F-472D-B3B0-57ADDA4A1169}">
      <dgm:prSet/>
      <dgm:spPr/>
      <dgm:t>
        <a:bodyPr/>
        <a:lstStyle/>
        <a:p>
          <a:endParaRPr lang="en-US"/>
        </a:p>
      </dgm:t>
    </dgm:pt>
    <dgm:pt modelId="{0C08E38C-7EC0-4BBC-BCBE-14ADAC297EF7}" type="sibTrans" cxnId="{9A9D1C06-AE2F-472D-B3B0-57ADDA4A1169}">
      <dgm:prSet/>
      <dgm:spPr/>
      <dgm:t>
        <a:bodyPr/>
        <a:lstStyle/>
        <a:p>
          <a:endParaRPr lang="en-US"/>
        </a:p>
      </dgm:t>
    </dgm:pt>
    <dgm:pt modelId="{5699CCA4-1DB3-41C1-A946-03F40ADD7C30}">
      <dgm:prSet/>
      <dgm:spPr/>
      <dgm:t>
        <a:bodyPr/>
        <a:lstStyle/>
        <a:p>
          <a:r>
            <a:rPr lang="en-US"/>
            <a:t>Smart Device Management </a:t>
          </a:r>
        </a:p>
      </dgm:t>
    </dgm:pt>
    <dgm:pt modelId="{97A9C6EA-810F-43ED-93AC-9C1CF8E6273B}" type="parTrans" cxnId="{44658CF5-4203-496F-AF9B-C90B88597A73}">
      <dgm:prSet/>
      <dgm:spPr/>
      <dgm:t>
        <a:bodyPr/>
        <a:lstStyle/>
        <a:p>
          <a:endParaRPr lang="en-US"/>
        </a:p>
      </dgm:t>
    </dgm:pt>
    <dgm:pt modelId="{56EB39F7-8DB1-4681-A6A0-E6DDEF0DAF09}" type="sibTrans" cxnId="{44658CF5-4203-496F-AF9B-C90B88597A73}">
      <dgm:prSet/>
      <dgm:spPr/>
      <dgm:t>
        <a:bodyPr/>
        <a:lstStyle/>
        <a:p>
          <a:endParaRPr lang="en-US"/>
        </a:p>
      </dgm:t>
    </dgm:pt>
    <dgm:pt modelId="{053A7912-A1A5-4D2C-A69A-59FCEBCD23FE}">
      <dgm:prSet/>
      <dgm:spPr/>
      <dgm:t>
        <a:bodyPr/>
        <a:lstStyle/>
        <a:p>
          <a:r>
            <a:rPr lang="en-US"/>
            <a:t>Real-Time Energy Tracking </a:t>
          </a:r>
        </a:p>
      </dgm:t>
    </dgm:pt>
    <dgm:pt modelId="{01767EF9-3A67-460B-925B-F7163F0A473E}" type="parTrans" cxnId="{9937F4A9-2DD2-4CC9-81BA-67189F80A9E5}">
      <dgm:prSet/>
      <dgm:spPr/>
      <dgm:t>
        <a:bodyPr/>
        <a:lstStyle/>
        <a:p>
          <a:endParaRPr lang="en-US"/>
        </a:p>
      </dgm:t>
    </dgm:pt>
    <dgm:pt modelId="{32D89BA3-1172-40DE-BE23-D81FE838F790}" type="sibTrans" cxnId="{9937F4A9-2DD2-4CC9-81BA-67189F80A9E5}">
      <dgm:prSet/>
      <dgm:spPr/>
      <dgm:t>
        <a:bodyPr/>
        <a:lstStyle/>
        <a:p>
          <a:endParaRPr lang="en-US"/>
        </a:p>
      </dgm:t>
    </dgm:pt>
    <dgm:pt modelId="{B3B49056-28B5-4B07-A81E-4B27351F22B6}">
      <dgm:prSet/>
      <dgm:spPr/>
      <dgm:t>
        <a:bodyPr/>
        <a:lstStyle/>
        <a:p>
          <a:r>
            <a:rPr lang="en-US"/>
            <a:t>Analytics Dashboard </a:t>
          </a:r>
        </a:p>
      </dgm:t>
    </dgm:pt>
    <dgm:pt modelId="{83D520A9-5E16-46DD-B7DF-3BDEBCD8D4AF}" type="parTrans" cxnId="{75A308AF-CE55-43A1-ADDC-1F5003BD6E8E}">
      <dgm:prSet/>
      <dgm:spPr/>
      <dgm:t>
        <a:bodyPr/>
        <a:lstStyle/>
        <a:p>
          <a:endParaRPr lang="en-US"/>
        </a:p>
      </dgm:t>
    </dgm:pt>
    <dgm:pt modelId="{F8FB7072-6999-4881-B768-F5CF1667001D}" type="sibTrans" cxnId="{75A308AF-CE55-43A1-ADDC-1F5003BD6E8E}">
      <dgm:prSet/>
      <dgm:spPr/>
      <dgm:t>
        <a:bodyPr/>
        <a:lstStyle/>
        <a:p>
          <a:endParaRPr lang="en-US"/>
        </a:p>
      </dgm:t>
    </dgm:pt>
    <dgm:pt modelId="{91970251-1B61-4FBD-AFB5-41BE2DD25E0E}" type="pres">
      <dgm:prSet presAssocID="{7F7D4202-DCC7-4106-AB83-F81A6A6C522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FBDA6DD-AB8C-48ED-A14B-C161A42C5D4F}" type="pres">
      <dgm:prSet presAssocID="{79352867-F2A2-47FA-8340-A50DFECE365A}" presName="hierRoot1" presStyleCnt="0"/>
      <dgm:spPr/>
    </dgm:pt>
    <dgm:pt modelId="{17E2ED8F-CB1C-4875-9300-5C55F325E3E4}" type="pres">
      <dgm:prSet presAssocID="{79352867-F2A2-47FA-8340-A50DFECE365A}" presName="composite" presStyleCnt="0"/>
      <dgm:spPr/>
    </dgm:pt>
    <dgm:pt modelId="{6714334E-A182-4086-826F-7D2F49727104}" type="pres">
      <dgm:prSet presAssocID="{79352867-F2A2-47FA-8340-A50DFECE365A}" presName="background" presStyleLbl="node0" presStyleIdx="0" presStyleCnt="1"/>
      <dgm:spPr/>
    </dgm:pt>
    <dgm:pt modelId="{CB446719-92ED-47C0-8E29-C0E06BFD980C}" type="pres">
      <dgm:prSet presAssocID="{79352867-F2A2-47FA-8340-A50DFECE365A}" presName="text" presStyleLbl="fgAcc0" presStyleIdx="0" presStyleCnt="1">
        <dgm:presLayoutVars>
          <dgm:chPref val="3"/>
        </dgm:presLayoutVars>
      </dgm:prSet>
      <dgm:spPr/>
    </dgm:pt>
    <dgm:pt modelId="{F4C0C813-57DA-43D3-B06C-0D96BAF51682}" type="pres">
      <dgm:prSet presAssocID="{79352867-F2A2-47FA-8340-A50DFECE365A}" presName="hierChild2" presStyleCnt="0"/>
      <dgm:spPr/>
    </dgm:pt>
    <dgm:pt modelId="{E74239D4-4EB7-4667-B2F4-38B4596516E9}" type="pres">
      <dgm:prSet presAssocID="{80354D71-932D-44E2-B147-BAA8AB6D73D0}" presName="Name10" presStyleLbl="parChTrans1D2" presStyleIdx="0" presStyleCnt="4"/>
      <dgm:spPr/>
    </dgm:pt>
    <dgm:pt modelId="{344586FE-D4EB-441B-98BA-451C969ECC38}" type="pres">
      <dgm:prSet presAssocID="{8E26C3E3-7D67-46F3-B64B-AEFE3705F9E2}" presName="hierRoot2" presStyleCnt="0"/>
      <dgm:spPr/>
    </dgm:pt>
    <dgm:pt modelId="{F65F109C-B09D-4901-A8E4-7B9CC7DEBBC2}" type="pres">
      <dgm:prSet presAssocID="{8E26C3E3-7D67-46F3-B64B-AEFE3705F9E2}" presName="composite2" presStyleCnt="0"/>
      <dgm:spPr/>
    </dgm:pt>
    <dgm:pt modelId="{C4B6B5C8-6F1E-48D8-AC91-C5220658539C}" type="pres">
      <dgm:prSet presAssocID="{8E26C3E3-7D67-46F3-B64B-AEFE3705F9E2}" presName="background2" presStyleLbl="node2" presStyleIdx="0" presStyleCnt="4"/>
      <dgm:spPr/>
    </dgm:pt>
    <dgm:pt modelId="{BFEDD2E1-EF7B-4671-B44C-7282B76674F9}" type="pres">
      <dgm:prSet presAssocID="{8E26C3E3-7D67-46F3-B64B-AEFE3705F9E2}" presName="text2" presStyleLbl="fgAcc2" presStyleIdx="0" presStyleCnt="4">
        <dgm:presLayoutVars>
          <dgm:chPref val="3"/>
        </dgm:presLayoutVars>
      </dgm:prSet>
      <dgm:spPr/>
    </dgm:pt>
    <dgm:pt modelId="{CEB4C3ED-16E6-453C-B64E-50C602E974B8}" type="pres">
      <dgm:prSet presAssocID="{8E26C3E3-7D67-46F3-B64B-AEFE3705F9E2}" presName="hierChild3" presStyleCnt="0"/>
      <dgm:spPr/>
    </dgm:pt>
    <dgm:pt modelId="{B8635326-C010-4191-BAEC-7B722B9A7D61}" type="pres">
      <dgm:prSet presAssocID="{97A9C6EA-810F-43ED-93AC-9C1CF8E6273B}" presName="Name10" presStyleLbl="parChTrans1D2" presStyleIdx="1" presStyleCnt="4"/>
      <dgm:spPr/>
    </dgm:pt>
    <dgm:pt modelId="{E6C0470A-2538-4FD7-B95D-222D4E59BC2D}" type="pres">
      <dgm:prSet presAssocID="{5699CCA4-1DB3-41C1-A946-03F40ADD7C30}" presName="hierRoot2" presStyleCnt="0"/>
      <dgm:spPr/>
    </dgm:pt>
    <dgm:pt modelId="{96AF21D3-D87E-497F-B86A-8C4140EB5B37}" type="pres">
      <dgm:prSet presAssocID="{5699CCA4-1DB3-41C1-A946-03F40ADD7C30}" presName="composite2" presStyleCnt="0"/>
      <dgm:spPr/>
    </dgm:pt>
    <dgm:pt modelId="{B2344C83-9960-4285-8FD4-6A6D1F00F30F}" type="pres">
      <dgm:prSet presAssocID="{5699CCA4-1DB3-41C1-A946-03F40ADD7C30}" presName="background2" presStyleLbl="node2" presStyleIdx="1" presStyleCnt="4"/>
      <dgm:spPr/>
    </dgm:pt>
    <dgm:pt modelId="{3770DE4B-8F49-486B-86B8-ADD22DEF187D}" type="pres">
      <dgm:prSet presAssocID="{5699CCA4-1DB3-41C1-A946-03F40ADD7C30}" presName="text2" presStyleLbl="fgAcc2" presStyleIdx="1" presStyleCnt="4">
        <dgm:presLayoutVars>
          <dgm:chPref val="3"/>
        </dgm:presLayoutVars>
      </dgm:prSet>
      <dgm:spPr/>
    </dgm:pt>
    <dgm:pt modelId="{C278448B-B6CB-4269-B397-788B97DEE73D}" type="pres">
      <dgm:prSet presAssocID="{5699CCA4-1DB3-41C1-A946-03F40ADD7C30}" presName="hierChild3" presStyleCnt="0"/>
      <dgm:spPr/>
    </dgm:pt>
    <dgm:pt modelId="{D5E053C8-77AF-42E0-95D8-A02E4DF13726}" type="pres">
      <dgm:prSet presAssocID="{01767EF9-3A67-460B-925B-F7163F0A473E}" presName="Name10" presStyleLbl="parChTrans1D2" presStyleIdx="2" presStyleCnt="4"/>
      <dgm:spPr/>
    </dgm:pt>
    <dgm:pt modelId="{B4A725CA-1804-4158-BEBB-C3B3FA3538C0}" type="pres">
      <dgm:prSet presAssocID="{053A7912-A1A5-4D2C-A69A-59FCEBCD23FE}" presName="hierRoot2" presStyleCnt="0"/>
      <dgm:spPr/>
    </dgm:pt>
    <dgm:pt modelId="{B29A5DD2-17C4-4EAF-B4B8-DB5F8455879D}" type="pres">
      <dgm:prSet presAssocID="{053A7912-A1A5-4D2C-A69A-59FCEBCD23FE}" presName="composite2" presStyleCnt="0"/>
      <dgm:spPr/>
    </dgm:pt>
    <dgm:pt modelId="{F8E65858-7FE1-4973-9561-8744139A4049}" type="pres">
      <dgm:prSet presAssocID="{053A7912-A1A5-4D2C-A69A-59FCEBCD23FE}" presName="background2" presStyleLbl="node2" presStyleIdx="2" presStyleCnt="4"/>
      <dgm:spPr/>
    </dgm:pt>
    <dgm:pt modelId="{F333B091-8209-4474-9BE5-B3773D6026EE}" type="pres">
      <dgm:prSet presAssocID="{053A7912-A1A5-4D2C-A69A-59FCEBCD23FE}" presName="text2" presStyleLbl="fgAcc2" presStyleIdx="2" presStyleCnt="4">
        <dgm:presLayoutVars>
          <dgm:chPref val="3"/>
        </dgm:presLayoutVars>
      </dgm:prSet>
      <dgm:spPr/>
    </dgm:pt>
    <dgm:pt modelId="{3B9BB738-9E9C-48BB-8832-A01D7458BDB2}" type="pres">
      <dgm:prSet presAssocID="{053A7912-A1A5-4D2C-A69A-59FCEBCD23FE}" presName="hierChild3" presStyleCnt="0"/>
      <dgm:spPr/>
    </dgm:pt>
    <dgm:pt modelId="{A031993F-6016-4DBC-8093-54F5081E7C6A}" type="pres">
      <dgm:prSet presAssocID="{83D520A9-5E16-46DD-B7DF-3BDEBCD8D4AF}" presName="Name10" presStyleLbl="parChTrans1D2" presStyleIdx="3" presStyleCnt="4"/>
      <dgm:spPr/>
    </dgm:pt>
    <dgm:pt modelId="{4B0F5C47-8D7E-40FE-9E9C-B3396A5DCFD9}" type="pres">
      <dgm:prSet presAssocID="{B3B49056-28B5-4B07-A81E-4B27351F22B6}" presName="hierRoot2" presStyleCnt="0"/>
      <dgm:spPr/>
    </dgm:pt>
    <dgm:pt modelId="{75F40777-AB48-4FFD-948D-940BBEC0B5D3}" type="pres">
      <dgm:prSet presAssocID="{B3B49056-28B5-4B07-A81E-4B27351F22B6}" presName="composite2" presStyleCnt="0"/>
      <dgm:spPr/>
    </dgm:pt>
    <dgm:pt modelId="{7022CC22-320A-4F6A-979A-B073E3295B3F}" type="pres">
      <dgm:prSet presAssocID="{B3B49056-28B5-4B07-A81E-4B27351F22B6}" presName="background2" presStyleLbl="node2" presStyleIdx="3" presStyleCnt="4"/>
      <dgm:spPr/>
    </dgm:pt>
    <dgm:pt modelId="{0697F749-75AD-41C9-AA5C-5AA5D178423F}" type="pres">
      <dgm:prSet presAssocID="{B3B49056-28B5-4B07-A81E-4B27351F22B6}" presName="text2" presStyleLbl="fgAcc2" presStyleIdx="3" presStyleCnt="4">
        <dgm:presLayoutVars>
          <dgm:chPref val="3"/>
        </dgm:presLayoutVars>
      </dgm:prSet>
      <dgm:spPr/>
    </dgm:pt>
    <dgm:pt modelId="{46913819-80B7-4B3B-80ED-B449650211CD}" type="pres">
      <dgm:prSet presAssocID="{B3B49056-28B5-4B07-A81E-4B27351F22B6}" presName="hierChild3" presStyleCnt="0"/>
      <dgm:spPr/>
    </dgm:pt>
  </dgm:ptLst>
  <dgm:cxnLst>
    <dgm:cxn modelId="{9A9D1C06-AE2F-472D-B3B0-57ADDA4A1169}" srcId="{79352867-F2A2-47FA-8340-A50DFECE365A}" destId="{8E26C3E3-7D67-46F3-B64B-AEFE3705F9E2}" srcOrd="0" destOrd="0" parTransId="{80354D71-932D-44E2-B147-BAA8AB6D73D0}" sibTransId="{0C08E38C-7EC0-4BBC-BCBE-14ADAC297EF7}"/>
    <dgm:cxn modelId="{EDD8B10C-2F58-450F-AD51-09DCCE59CA4A}" type="presOf" srcId="{80354D71-932D-44E2-B147-BAA8AB6D73D0}" destId="{E74239D4-4EB7-4667-B2F4-38B4596516E9}" srcOrd="0" destOrd="0" presId="urn:microsoft.com/office/officeart/2005/8/layout/hierarchy1"/>
    <dgm:cxn modelId="{CB1C101D-B849-42DE-92DB-7135CCC2C5C9}" type="presOf" srcId="{5699CCA4-1DB3-41C1-A946-03F40ADD7C30}" destId="{3770DE4B-8F49-486B-86B8-ADD22DEF187D}" srcOrd="0" destOrd="0" presId="urn:microsoft.com/office/officeart/2005/8/layout/hierarchy1"/>
    <dgm:cxn modelId="{83AFD11D-6EAF-41A9-97B2-D635167AC4E9}" type="presOf" srcId="{8E26C3E3-7D67-46F3-B64B-AEFE3705F9E2}" destId="{BFEDD2E1-EF7B-4671-B44C-7282B76674F9}" srcOrd="0" destOrd="0" presId="urn:microsoft.com/office/officeart/2005/8/layout/hierarchy1"/>
    <dgm:cxn modelId="{883C7A26-7910-4155-AC0C-6A952E553F30}" type="presOf" srcId="{7F7D4202-DCC7-4106-AB83-F81A6A6C5229}" destId="{91970251-1B61-4FBD-AFB5-41BE2DD25E0E}" srcOrd="0" destOrd="0" presId="urn:microsoft.com/office/officeart/2005/8/layout/hierarchy1"/>
    <dgm:cxn modelId="{F424AE52-AA41-48EB-990E-0362C820DBB9}" type="presOf" srcId="{97A9C6EA-810F-43ED-93AC-9C1CF8E6273B}" destId="{B8635326-C010-4191-BAEC-7B722B9A7D61}" srcOrd="0" destOrd="0" presId="urn:microsoft.com/office/officeart/2005/8/layout/hierarchy1"/>
    <dgm:cxn modelId="{D9D20086-2533-4D51-BBFB-31B92399EE69}" type="presOf" srcId="{B3B49056-28B5-4B07-A81E-4B27351F22B6}" destId="{0697F749-75AD-41C9-AA5C-5AA5D178423F}" srcOrd="0" destOrd="0" presId="urn:microsoft.com/office/officeart/2005/8/layout/hierarchy1"/>
    <dgm:cxn modelId="{E152868C-7CA3-429C-BA58-F763D2B41234}" type="presOf" srcId="{053A7912-A1A5-4D2C-A69A-59FCEBCD23FE}" destId="{F333B091-8209-4474-9BE5-B3773D6026EE}" srcOrd="0" destOrd="0" presId="urn:microsoft.com/office/officeart/2005/8/layout/hierarchy1"/>
    <dgm:cxn modelId="{78DA888C-CF58-4449-8C70-AD0D0277770D}" type="presOf" srcId="{01767EF9-3A67-460B-925B-F7163F0A473E}" destId="{D5E053C8-77AF-42E0-95D8-A02E4DF13726}" srcOrd="0" destOrd="0" presId="urn:microsoft.com/office/officeart/2005/8/layout/hierarchy1"/>
    <dgm:cxn modelId="{C3F60998-F93D-4846-8BB5-60EEE017BDD1}" type="presOf" srcId="{79352867-F2A2-47FA-8340-A50DFECE365A}" destId="{CB446719-92ED-47C0-8E29-C0E06BFD980C}" srcOrd="0" destOrd="0" presId="urn:microsoft.com/office/officeart/2005/8/layout/hierarchy1"/>
    <dgm:cxn modelId="{9937F4A9-2DD2-4CC9-81BA-67189F80A9E5}" srcId="{79352867-F2A2-47FA-8340-A50DFECE365A}" destId="{053A7912-A1A5-4D2C-A69A-59FCEBCD23FE}" srcOrd="2" destOrd="0" parTransId="{01767EF9-3A67-460B-925B-F7163F0A473E}" sibTransId="{32D89BA3-1172-40DE-BE23-D81FE838F790}"/>
    <dgm:cxn modelId="{75A308AF-CE55-43A1-ADDC-1F5003BD6E8E}" srcId="{79352867-F2A2-47FA-8340-A50DFECE365A}" destId="{B3B49056-28B5-4B07-A81E-4B27351F22B6}" srcOrd="3" destOrd="0" parTransId="{83D520A9-5E16-46DD-B7DF-3BDEBCD8D4AF}" sibTransId="{F8FB7072-6999-4881-B768-F5CF1667001D}"/>
    <dgm:cxn modelId="{B31570CC-9CCE-4D17-B625-290674945C9F}" type="presOf" srcId="{83D520A9-5E16-46DD-B7DF-3BDEBCD8D4AF}" destId="{A031993F-6016-4DBC-8093-54F5081E7C6A}" srcOrd="0" destOrd="0" presId="urn:microsoft.com/office/officeart/2005/8/layout/hierarchy1"/>
    <dgm:cxn modelId="{BDDBE6ED-B671-4414-93D5-5CF20DB3C6A7}" srcId="{7F7D4202-DCC7-4106-AB83-F81A6A6C5229}" destId="{79352867-F2A2-47FA-8340-A50DFECE365A}" srcOrd="0" destOrd="0" parTransId="{F404F0DE-1ED9-41D9-A316-0B4498496600}" sibTransId="{6F50BAEB-4955-4858-9786-55C2460A3C3C}"/>
    <dgm:cxn modelId="{44658CF5-4203-496F-AF9B-C90B88597A73}" srcId="{79352867-F2A2-47FA-8340-A50DFECE365A}" destId="{5699CCA4-1DB3-41C1-A946-03F40ADD7C30}" srcOrd="1" destOrd="0" parTransId="{97A9C6EA-810F-43ED-93AC-9C1CF8E6273B}" sibTransId="{56EB39F7-8DB1-4681-A6A0-E6DDEF0DAF09}"/>
    <dgm:cxn modelId="{8A378BCE-444B-42A1-9BF4-884DEA6D45A7}" type="presParOf" srcId="{91970251-1B61-4FBD-AFB5-41BE2DD25E0E}" destId="{CFBDA6DD-AB8C-48ED-A14B-C161A42C5D4F}" srcOrd="0" destOrd="0" presId="urn:microsoft.com/office/officeart/2005/8/layout/hierarchy1"/>
    <dgm:cxn modelId="{AF7869DE-9CDC-41A4-AE3F-182D186531A3}" type="presParOf" srcId="{CFBDA6DD-AB8C-48ED-A14B-C161A42C5D4F}" destId="{17E2ED8F-CB1C-4875-9300-5C55F325E3E4}" srcOrd="0" destOrd="0" presId="urn:microsoft.com/office/officeart/2005/8/layout/hierarchy1"/>
    <dgm:cxn modelId="{9B4069C5-7A4E-407C-AED4-420842FB9E55}" type="presParOf" srcId="{17E2ED8F-CB1C-4875-9300-5C55F325E3E4}" destId="{6714334E-A182-4086-826F-7D2F49727104}" srcOrd="0" destOrd="0" presId="urn:microsoft.com/office/officeart/2005/8/layout/hierarchy1"/>
    <dgm:cxn modelId="{44877EE4-48E7-4E56-9E50-78FE62416F92}" type="presParOf" srcId="{17E2ED8F-CB1C-4875-9300-5C55F325E3E4}" destId="{CB446719-92ED-47C0-8E29-C0E06BFD980C}" srcOrd="1" destOrd="0" presId="urn:microsoft.com/office/officeart/2005/8/layout/hierarchy1"/>
    <dgm:cxn modelId="{48DB89B1-CBD2-4E89-974C-FBB38F172C0D}" type="presParOf" srcId="{CFBDA6DD-AB8C-48ED-A14B-C161A42C5D4F}" destId="{F4C0C813-57DA-43D3-B06C-0D96BAF51682}" srcOrd="1" destOrd="0" presId="urn:microsoft.com/office/officeart/2005/8/layout/hierarchy1"/>
    <dgm:cxn modelId="{378D2359-D989-45E3-9C32-8891DA0A2F6F}" type="presParOf" srcId="{F4C0C813-57DA-43D3-B06C-0D96BAF51682}" destId="{E74239D4-4EB7-4667-B2F4-38B4596516E9}" srcOrd="0" destOrd="0" presId="urn:microsoft.com/office/officeart/2005/8/layout/hierarchy1"/>
    <dgm:cxn modelId="{1BABB45B-80FE-49AC-A083-D8C5A897B564}" type="presParOf" srcId="{F4C0C813-57DA-43D3-B06C-0D96BAF51682}" destId="{344586FE-D4EB-441B-98BA-451C969ECC38}" srcOrd="1" destOrd="0" presId="urn:microsoft.com/office/officeart/2005/8/layout/hierarchy1"/>
    <dgm:cxn modelId="{1AD9DACC-8F91-42CE-989A-F82316C9E002}" type="presParOf" srcId="{344586FE-D4EB-441B-98BA-451C969ECC38}" destId="{F65F109C-B09D-4901-A8E4-7B9CC7DEBBC2}" srcOrd="0" destOrd="0" presId="urn:microsoft.com/office/officeart/2005/8/layout/hierarchy1"/>
    <dgm:cxn modelId="{5D7E9B75-68F2-405F-B9B3-B41EBFBE77BF}" type="presParOf" srcId="{F65F109C-B09D-4901-A8E4-7B9CC7DEBBC2}" destId="{C4B6B5C8-6F1E-48D8-AC91-C5220658539C}" srcOrd="0" destOrd="0" presId="urn:microsoft.com/office/officeart/2005/8/layout/hierarchy1"/>
    <dgm:cxn modelId="{C4D374F6-8F49-4020-BA59-FE22613FD7CD}" type="presParOf" srcId="{F65F109C-B09D-4901-A8E4-7B9CC7DEBBC2}" destId="{BFEDD2E1-EF7B-4671-B44C-7282B76674F9}" srcOrd="1" destOrd="0" presId="urn:microsoft.com/office/officeart/2005/8/layout/hierarchy1"/>
    <dgm:cxn modelId="{DFBC892C-3FE4-449D-B9C0-D83096EBA224}" type="presParOf" srcId="{344586FE-D4EB-441B-98BA-451C969ECC38}" destId="{CEB4C3ED-16E6-453C-B64E-50C602E974B8}" srcOrd="1" destOrd="0" presId="urn:microsoft.com/office/officeart/2005/8/layout/hierarchy1"/>
    <dgm:cxn modelId="{BF3E9594-60E0-4D6D-BCD8-A2BB66E542C6}" type="presParOf" srcId="{F4C0C813-57DA-43D3-B06C-0D96BAF51682}" destId="{B8635326-C010-4191-BAEC-7B722B9A7D61}" srcOrd="2" destOrd="0" presId="urn:microsoft.com/office/officeart/2005/8/layout/hierarchy1"/>
    <dgm:cxn modelId="{222A6313-C3E5-40F3-95A8-FBBEBAED7AB9}" type="presParOf" srcId="{F4C0C813-57DA-43D3-B06C-0D96BAF51682}" destId="{E6C0470A-2538-4FD7-B95D-222D4E59BC2D}" srcOrd="3" destOrd="0" presId="urn:microsoft.com/office/officeart/2005/8/layout/hierarchy1"/>
    <dgm:cxn modelId="{4E6A9A9E-E3C7-45D3-898C-85EFB65B6876}" type="presParOf" srcId="{E6C0470A-2538-4FD7-B95D-222D4E59BC2D}" destId="{96AF21D3-D87E-497F-B86A-8C4140EB5B37}" srcOrd="0" destOrd="0" presId="urn:microsoft.com/office/officeart/2005/8/layout/hierarchy1"/>
    <dgm:cxn modelId="{9A017FB8-FD9C-4C01-9F7B-F4F7EC406CCB}" type="presParOf" srcId="{96AF21D3-D87E-497F-B86A-8C4140EB5B37}" destId="{B2344C83-9960-4285-8FD4-6A6D1F00F30F}" srcOrd="0" destOrd="0" presId="urn:microsoft.com/office/officeart/2005/8/layout/hierarchy1"/>
    <dgm:cxn modelId="{9C7280C0-23FD-4654-9EEE-EB67611E003C}" type="presParOf" srcId="{96AF21D3-D87E-497F-B86A-8C4140EB5B37}" destId="{3770DE4B-8F49-486B-86B8-ADD22DEF187D}" srcOrd="1" destOrd="0" presId="urn:microsoft.com/office/officeart/2005/8/layout/hierarchy1"/>
    <dgm:cxn modelId="{7277FCA4-D2C9-42C7-B52D-34529F64F582}" type="presParOf" srcId="{E6C0470A-2538-4FD7-B95D-222D4E59BC2D}" destId="{C278448B-B6CB-4269-B397-788B97DEE73D}" srcOrd="1" destOrd="0" presId="urn:microsoft.com/office/officeart/2005/8/layout/hierarchy1"/>
    <dgm:cxn modelId="{E7219FD7-07D7-4030-80FD-10363D8AD7D3}" type="presParOf" srcId="{F4C0C813-57DA-43D3-B06C-0D96BAF51682}" destId="{D5E053C8-77AF-42E0-95D8-A02E4DF13726}" srcOrd="4" destOrd="0" presId="urn:microsoft.com/office/officeart/2005/8/layout/hierarchy1"/>
    <dgm:cxn modelId="{4399D1DC-454D-462C-9E27-736E6E4A4ACE}" type="presParOf" srcId="{F4C0C813-57DA-43D3-B06C-0D96BAF51682}" destId="{B4A725CA-1804-4158-BEBB-C3B3FA3538C0}" srcOrd="5" destOrd="0" presId="urn:microsoft.com/office/officeart/2005/8/layout/hierarchy1"/>
    <dgm:cxn modelId="{4B651EA1-A8D0-4DA3-BC88-91BCD906B813}" type="presParOf" srcId="{B4A725CA-1804-4158-BEBB-C3B3FA3538C0}" destId="{B29A5DD2-17C4-4EAF-B4B8-DB5F8455879D}" srcOrd="0" destOrd="0" presId="urn:microsoft.com/office/officeart/2005/8/layout/hierarchy1"/>
    <dgm:cxn modelId="{D6E423F8-FB6B-47B6-BAAD-7897666E2764}" type="presParOf" srcId="{B29A5DD2-17C4-4EAF-B4B8-DB5F8455879D}" destId="{F8E65858-7FE1-4973-9561-8744139A4049}" srcOrd="0" destOrd="0" presId="urn:microsoft.com/office/officeart/2005/8/layout/hierarchy1"/>
    <dgm:cxn modelId="{7ED52ADD-4ABD-4300-B0A6-C357B917773F}" type="presParOf" srcId="{B29A5DD2-17C4-4EAF-B4B8-DB5F8455879D}" destId="{F333B091-8209-4474-9BE5-B3773D6026EE}" srcOrd="1" destOrd="0" presId="urn:microsoft.com/office/officeart/2005/8/layout/hierarchy1"/>
    <dgm:cxn modelId="{CCAA3FBC-D695-42DD-ABB3-CCD2BA12BD3A}" type="presParOf" srcId="{B4A725CA-1804-4158-BEBB-C3B3FA3538C0}" destId="{3B9BB738-9E9C-48BB-8832-A01D7458BDB2}" srcOrd="1" destOrd="0" presId="urn:microsoft.com/office/officeart/2005/8/layout/hierarchy1"/>
    <dgm:cxn modelId="{450B4247-09F9-4361-822C-F0208F4B952F}" type="presParOf" srcId="{F4C0C813-57DA-43D3-B06C-0D96BAF51682}" destId="{A031993F-6016-4DBC-8093-54F5081E7C6A}" srcOrd="6" destOrd="0" presId="urn:microsoft.com/office/officeart/2005/8/layout/hierarchy1"/>
    <dgm:cxn modelId="{CFF52B6A-FF82-4C4C-AC83-EFF0F8BDFA70}" type="presParOf" srcId="{F4C0C813-57DA-43D3-B06C-0D96BAF51682}" destId="{4B0F5C47-8D7E-40FE-9E9C-B3396A5DCFD9}" srcOrd="7" destOrd="0" presId="urn:microsoft.com/office/officeart/2005/8/layout/hierarchy1"/>
    <dgm:cxn modelId="{F1B30AC9-27FE-439E-90D1-3C8A0D60B40A}" type="presParOf" srcId="{4B0F5C47-8D7E-40FE-9E9C-B3396A5DCFD9}" destId="{75F40777-AB48-4FFD-948D-940BBEC0B5D3}" srcOrd="0" destOrd="0" presId="urn:microsoft.com/office/officeart/2005/8/layout/hierarchy1"/>
    <dgm:cxn modelId="{30D27FAF-9C69-4662-BF0F-5E8AAA836CE3}" type="presParOf" srcId="{75F40777-AB48-4FFD-948D-940BBEC0B5D3}" destId="{7022CC22-320A-4F6A-979A-B073E3295B3F}" srcOrd="0" destOrd="0" presId="urn:microsoft.com/office/officeart/2005/8/layout/hierarchy1"/>
    <dgm:cxn modelId="{1944917F-A436-4533-8B99-224283626A23}" type="presParOf" srcId="{75F40777-AB48-4FFD-948D-940BBEC0B5D3}" destId="{0697F749-75AD-41C9-AA5C-5AA5D178423F}" srcOrd="1" destOrd="0" presId="urn:microsoft.com/office/officeart/2005/8/layout/hierarchy1"/>
    <dgm:cxn modelId="{F40B9E97-FF78-44FC-9BA9-1135157DBFCC}" type="presParOf" srcId="{4B0F5C47-8D7E-40FE-9E9C-B3396A5DCFD9}" destId="{46913819-80B7-4B3B-80ED-B449650211CD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9BBD24A-8D95-41AF-8A10-710790955B59}" type="doc">
      <dgm:prSet loTypeId="urn:microsoft.com/office/officeart/2008/layout/VerticalCurvedList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722D1597-5615-461C-B4B8-9FE4CF34C4AF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Smart device monitoring</a:t>
          </a:r>
          <a:endParaRPr lang="en-IN" dirty="0"/>
        </a:p>
      </dgm:t>
    </dgm:pt>
    <dgm:pt modelId="{6C6BACD0-A776-4E88-AA89-DDD788AB6FF9}" type="parTrans" cxnId="{F873792A-109B-4D27-82E7-C0FAAEAD2822}">
      <dgm:prSet/>
      <dgm:spPr/>
      <dgm:t>
        <a:bodyPr/>
        <a:lstStyle/>
        <a:p>
          <a:endParaRPr lang="en-IN"/>
        </a:p>
      </dgm:t>
    </dgm:pt>
    <dgm:pt modelId="{BA6C9762-32D3-4446-BDB8-01F9E31AF12B}" type="sibTrans" cxnId="{F873792A-109B-4D27-82E7-C0FAAEAD2822}">
      <dgm:prSet/>
      <dgm:spPr/>
      <dgm:t>
        <a:bodyPr/>
        <a:lstStyle/>
        <a:p>
          <a:endParaRPr lang="en-IN"/>
        </a:p>
      </dgm:t>
    </dgm:pt>
    <dgm:pt modelId="{BA6FBB61-2656-4309-8819-71F80C16E552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Better visibility of energy usage</a:t>
          </a:r>
          <a:endParaRPr lang="en-IN" dirty="0"/>
        </a:p>
      </dgm:t>
    </dgm:pt>
    <dgm:pt modelId="{D56BEFE2-26F6-40FA-B909-65ECD5215AF1}" type="parTrans" cxnId="{C94A2580-8671-4E3E-8E20-CCDBFA9B37AC}">
      <dgm:prSet/>
      <dgm:spPr/>
      <dgm:t>
        <a:bodyPr/>
        <a:lstStyle/>
        <a:p>
          <a:endParaRPr lang="en-IN"/>
        </a:p>
      </dgm:t>
    </dgm:pt>
    <dgm:pt modelId="{9CDD0DA0-3352-4ED0-B294-B8040FC500D5}" type="sibTrans" cxnId="{C94A2580-8671-4E3E-8E20-CCDBFA9B37AC}">
      <dgm:prSet/>
      <dgm:spPr/>
      <dgm:t>
        <a:bodyPr/>
        <a:lstStyle/>
        <a:p>
          <a:endParaRPr lang="en-IN"/>
        </a:p>
      </dgm:t>
    </dgm:pt>
    <dgm:pt modelId="{758D6342-F3B9-408B-B740-DA51888BF2B7}">
      <dgm:prSet phldrT="[Text]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Automated control and alerts</a:t>
          </a:r>
          <a:endParaRPr lang="en-IN" dirty="0"/>
        </a:p>
      </dgm:t>
    </dgm:pt>
    <dgm:pt modelId="{D33A884F-63BB-4105-80B3-01D1DAE75DC0}" type="parTrans" cxnId="{E3C513A3-B162-4337-9175-B0DB5A6A5DA5}">
      <dgm:prSet/>
      <dgm:spPr/>
      <dgm:t>
        <a:bodyPr/>
        <a:lstStyle/>
        <a:p>
          <a:endParaRPr lang="en-IN"/>
        </a:p>
      </dgm:t>
    </dgm:pt>
    <dgm:pt modelId="{50BE47A9-25FF-4B63-8360-03E664354257}" type="sibTrans" cxnId="{E3C513A3-B162-4337-9175-B0DB5A6A5DA5}">
      <dgm:prSet/>
      <dgm:spPr/>
      <dgm:t>
        <a:bodyPr/>
        <a:lstStyle/>
        <a:p>
          <a:endParaRPr lang="en-IN"/>
        </a:p>
      </dgm:t>
    </dgm:pt>
    <dgm:pt modelId="{F0A9D060-0195-4B36-8DC6-E686A8B5722D}" type="pres">
      <dgm:prSet presAssocID="{A9BBD24A-8D95-41AF-8A10-710790955B59}" presName="Name0" presStyleCnt="0">
        <dgm:presLayoutVars>
          <dgm:chMax val="7"/>
          <dgm:chPref val="7"/>
          <dgm:dir/>
        </dgm:presLayoutVars>
      </dgm:prSet>
      <dgm:spPr/>
    </dgm:pt>
    <dgm:pt modelId="{4A9E4FAC-540F-4EE0-9197-41E3ADEBE591}" type="pres">
      <dgm:prSet presAssocID="{A9BBD24A-8D95-41AF-8A10-710790955B59}" presName="Name1" presStyleCnt="0"/>
      <dgm:spPr/>
    </dgm:pt>
    <dgm:pt modelId="{2A078D79-4BDC-4F73-958C-3B0A7C7BF90F}" type="pres">
      <dgm:prSet presAssocID="{A9BBD24A-8D95-41AF-8A10-710790955B59}" presName="cycle" presStyleCnt="0"/>
      <dgm:spPr/>
    </dgm:pt>
    <dgm:pt modelId="{7E0A415D-AABE-4CD6-B9D8-13EFB92764EE}" type="pres">
      <dgm:prSet presAssocID="{A9BBD24A-8D95-41AF-8A10-710790955B59}" presName="srcNode" presStyleLbl="node1" presStyleIdx="0" presStyleCnt="3"/>
      <dgm:spPr/>
    </dgm:pt>
    <dgm:pt modelId="{9C72C810-7A73-4826-A7A1-D3DA831F854A}" type="pres">
      <dgm:prSet presAssocID="{A9BBD24A-8D95-41AF-8A10-710790955B59}" presName="conn" presStyleLbl="parChTrans1D2" presStyleIdx="0" presStyleCnt="1"/>
      <dgm:spPr/>
    </dgm:pt>
    <dgm:pt modelId="{CA78FE67-811D-49E9-B02A-A6E75F6D6BFD}" type="pres">
      <dgm:prSet presAssocID="{A9BBD24A-8D95-41AF-8A10-710790955B59}" presName="extraNode" presStyleLbl="node1" presStyleIdx="0" presStyleCnt="3"/>
      <dgm:spPr/>
    </dgm:pt>
    <dgm:pt modelId="{B90A66B8-788D-4097-9B43-0491AFB2FBB3}" type="pres">
      <dgm:prSet presAssocID="{A9BBD24A-8D95-41AF-8A10-710790955B59}" presName="dstNode" presStyleLbl="node1" presStyleIdx="0" presStyleCnt="3"/>
      <dgm:spPr/>
    </dgm:pt>
    <dgm:pt modelId="{AA9C7E64-E501-46C3-93A6-BB1747B473C4}" type="pres">
      <dgm:prSet presAssocID="{722D1597-5615-461C-B4B8-9FE4CF34C4AF}" presName="text_1" presStyleLbl="node1" presStyleIdx="0" presStyleCnt="3">
        <dgm:presLayoutVars>
          <dgm:bulletEnabled val="1"/>
        </dgm:presLayoutVars>
      </dgm:prSet>
      <dgm:spPr/>
    </dgm:pt>
    <dgm:pt modelId="{98FBDC79-1A02-4CBC-BAD1-C609794CF3C4}" type="pres">
      <dgm:prSet presAssocID="{722D1597-5615-461C-B4B8-9FE4CF34C4AF}" presName="accent_1" presStyleCnt="0"/>
      <dgm:spPr/>
    </dgm:pt>
    <dgm:pt modelId="{61A6F480-1024-436B-AC28-C1C8B7AAEA3E}" type="pres">
      <dgm:prSet presAssocID="{722D1597-5615-461C-B4B8-9FE4CF34C4AF}" presName="accentRepeatNode" presStyleLbl="solidFgAcc1" presStyleIdx="0" presStyleCnt="3"/>
      <dgm:spPr/>
    </dgm:pt>
    <dgm:pt modelId="{C7CA2918-1B28-4B76-A5E6-E846F81A0000}" type="pres">
      <dgm:prSet presAssocID="{BA6FBB61-2656-4309-8819-71F80C16E552}" presName="text_2" presStyleLbl="node1" presStyleIdx="1" presStyleCnt="3">
        <dgm:presLayoutVars>
          <dgm:bulletEnabled val="1"/>
        </dgm:presLayoutVars>
      </dgm:prSet>
      <dgm:spPr/>
    </dgm:pt>
    <dgm:pt modelId="{65AA129B-A890-439F-B4AC-989BB482D833}" type="pres">
      <dgm:prSet presAssocID="{BA6FBB61-2656-4309-8819-71F80C16E552}" presName="accent_2" presStyleCnt="0"/>
      <dgm:spPr/>
    </dgm:pt>
    <dgm:pt modelId="{CBC70D33-8793-47E0-A054-51EA0C14B9BB}" type="pres">
      <dgm:prSet presAssocID="{BA6FBB61-2656-4309-8819-71F80C16E552}" presName="accentRepeatNode" presStyleLbl="solidFgAcc1" presStyleIdx="1" presStyleCnt="3"/>
      <dgm:spPr/>
    </dgm:pt>
    <dgm:pt modelId="{910B1407-96A3-4917-AADD-15955439A60B}" type="pres">
      <dgm:prSet presAssocID="{758D6342-F3B9-408B-B740-DA51888BF2B7}" presName="text_3" presStyleLbl="node1" presStyleIdx="2" presStyleCnt="3">
        <dgm:presLayoutVars>
          <dgm:bulletEnabled val="1"/>
        </dgm:presLayoutVars>
      </dgm:prSet>
      <dgm:spPr/>
    </dgm:pt>
    <dgm:pt modelId="{21B80AB8-9EC2-4509-AC97-8120FDFE080D}" type="pres">
      <dgm:prSet presAssocID="{758D6342-F3B9-408B-B740-DA51888BF2B7}" presName="accent_3" presStyleCnt="0"/>
      <dgm:spPr/>
    </dgm:pt>
    <dgm:pt modelId="{FBAC4C3F-B756-4B28-A2DB-D6CF0AE2129F}" type="pres">
      <dgm:prSet presAssocID="{758D6342-F3B9-408B-B740-DA51888BF2B7}" presName="accentRepeatNode" presStyleLbl="solidFgAcc1" presStyleIdx="2" presStyleCnt="3"/>
      <dgm:spPr/>
    </dgm:pt>
  </dgm:ptLst>
  <dgm:cxnLst>
    <dgm:cxn modelId="{F873792A-109B-4D27-82E7-C0FAAEAD2822}" srcId="{A9BBD24A-8D95-41AF-8A10-710790955B59}" destId="{722D1597-5615-461C-B4B8-9FE4CF34C4AF}" srcOrd="0" destOrd="0" parTransId="{6C6BACD0-A776-4E88-AA89-DDD788AB6FF9}" sibTransId="{BA6C9762-32D3-4446-BDB8-01F9E31AF12B}"/>
    <dgm:cxn modelId="{99069570-FCBA-4476-AB81-A2476618AB16}" type="presOf" srcId="{BA6FBB61-2656-4309-8819-71F80C16E552}" destId="{C7CA2918-1B28-4B76-A5E6-E846F81A0000}" srcOrd="0" destOrd="0" presId="urn:microsoft.com/office/officeart/2008/layout/VerticalCurvedList"/>
    <dgm:cxn modelId="{C94A2580-8671-4E3E-8E20-CCDBFA9B37AC}" srcId="{A9BBD24A-8D95-41AF-8A10-710790955B59}" destId="{BA6FBB61-2656-4309-8819-71F80C16E552}" srcOrd="1" destOrd="0" parTransId="{D56BEFE2-26F6-40FA-B909-65ECD5215AF1}" sibTransId="{9CDD0DA0-3352-4ED0-B294-B8040FC500D5}"/>
    <dgm:cxn modelId="{00B28391-65BC-4816-A36A-AD8F80DB159A}" type="presOf" srcId="{758D6342-F3B9-408B-B740-DA51888BF2B7}" destId="{910B1407-96A3-4917-AADD-15955439A60B}" srcOrd="0" destOrd="0" presId="urn:microsoft.com/office/officeart/2008/layout/VerticalCurvedList"/>
    <dgm:cxn modelId="{E3C513A3-B162-4337-9175-B0DB5A6A5DA5}" srcId="{A9BBD24A-8D95-41AF-8A10-710790955B59}" destId="{758D6342-F3B9-408B-B740-DA51888BF2B7}" srcOrd="2" destOrd="0" parTransId="{D33A884F-63BB-4105-80B3-01D1DAE75DC0}" sibTransId="{50BE47A9-25FF-4B63-8360-03E664354257}"/>
    <dgm:cxn modelId="{5DB9E1AE-9525-4BDD-BA5A-FB0684EDEE6E}" type="presOf" srcId="{BA6C9762-32D3-4446-BDB8-01F9E31AF12B}" destId="{9C72C810-7A73-4826-A7A1-D3DA831F854A}" srcOrd="0" destOrd="0" presId="urn:microsoft.com/office/officeart/2008/layout/VerticalCurvedList"/>
    <dgm:cxn modelId="{34ECA0EC-4D8E-42D9-AB80-1BE87A4E0E2E}" type="presOf" srcId="{A9BBD24A-8D95-41AF-8A10-710790955B59}" destId="{F0A9D060-0195-4B36-8DC6-E686A8B5722D}" srcOrd="0" destOrd="0" presId="urn:microsoft.com/office/officeart/2008/layout/VerticalCurvedList"/>
    <dgm:cxn modelId="{F00790F3-EEE9-43F5-8E52-1AE347912347}" type="presOf" srcId="{722D1597-5615-461C-B4B8-9FE4CF34C4AF}" destId="{AA9C7E64-E501-46C3-93A6-BB1747B473C4}" srcOrd="0" destOrd="0" presId="urn:microsoft.com/office/officeart/2008/layout/VerticalCurvedList"/>
    <dgm:cxn modelId="{D77BDFD8-1D37-4ADC-ACB8-902C6E0431D5}" type="presParOf" srcId="{F0A9D060-0195-4B36-8DC6-E686A8B5722D}" destId="{4A9E4FAC-540F-4EE0-9197-41E3ADEBE591}" srcOrd="0" destOrd="0" presId="urn:microsoft.com/office/officeart/2008/layout/VerticalCurvedList"/>
    <dgm:cxn modelId="{6858CDD1-DDFB-4E04-8FA6-8CB0B3080F59}" type="presParOf" srcId="{4A9E4FAC-540F-4EE0-9197-41E3ADEBE591}" destId="{2A078D79-4BDC-4F73-958C-3B0A7C7BF90F}" srcOrd="0" destOrd="0" presId="urn:microsoft.com/office/officeart/2008/layout/VerticalCurvedList"/>
    <dgm:cxn modelId="{1E63DAF0-CF4C-49F8-8760-C14C09BD5A1F}" type="presParOf" srcId="{2A078D79-4BDC-4F73-958C-3B0A7C7BF90F}" destId="{7E0A415D-AABE-4CD6-B9D8-13EFB92764EE}" srcOrd="0" destOrd="0" presId="urn:microsoft.com/office/officeart/2008/layout/VerticalCurvedList"/>
    <dgm:cxn modelId="{DC2F68D9-D9CA-44B6-89C5-CD95F98A8A08}" type="presParOf" srcId="{2A078D79-4BDC-4F73-958C-3B0A7C7BF90F}" destId="{9C72C810-7A73-4826-A7A1-D3DA831F854A}" srcOrd="1" destOrd="0" presId="urn:microsoft.com/office/officeart/2008/layout/VerticalCurvedList"/>
    <dgm:cxn modelId="{3B950CF0-408D-4579-8FA8-598894EE9EFA}" type="presParOf" srcId="{2A078D79-4BDC-4F73-958C-3B0A7C7BF90F}" destId="{CA78FE67-811D-49E9-B02A-A6E75F6D6BFD}" srcOrd="2" destOrd="0" presId="urn:microsoft.com/office/officeart/2008/layout/VerticalCurvedList"/>
    <dgm:cxn modelId="{6C77039A-D4EA-4763-B72B-ABB63C6FB796}" type="presParOf" srcId="{2A078D79-4BDC-4F73-958C-3B0A7C7BF90F}" destId="{B90A66B8-788D-4097-9B43-0491AFB2FBB3}" srcOrd="3" destOrd="0" presId="urn:microsoft.com/office/officeart/2008/layout/VerticalCurvedList"/>
    <dgm:cxn modelId="{62A6D68E-DBC5-4009-A773-66DDE4340070}" type="presParOf" srcId="{4A9E4FAC-540F-4EE0-9197-41E3ADEBE591}" destId="{AA9C7E64-E501-46C3-93A6-BB1747B473C4}" srcOrd="1" destOrd="0" presId="urn:microsoft.com/office/officeart/2008/layout/VerticalCurvedList"/>
    <dgm:cxn modelId="{76AE5D13-9565-478D-828C-28313DE2FBA8}" type="presParOf" srcId="{4A9E4FAC-540F-4EE0-9197-41E3ADEBE591}" destId="{98FBDC79-1A02-4CBC-BAD1-C609794CF3C4}" srcOrd="2" destOrd="0" presId="urn:microsoft.com/office/officeart/2008/layout/VerticalCurvedList"/>
    <dgm:cxn modelId="{E23B1899-A769-4A55-B23A-00917166DBEF}" type="presParOf" srcId="{98FBDC79-1A02-4CBC-BAD1-C609794CF3C4}" destId="{61A6F480-1024-436B-AC28-C1C8B7AAEA3E}" srcOrd="0" destOrd="0" presId="urn:microsoft.com/office/officeart/2008/layout/VerticalCurvedList"/>
    <dgm:cxn modelId="{75FE76CC-F380-47CF-A592-BE628CF362E0}" type="presParOf" srcId="{4A9E4FAC-540F-4EE0-9197-41E3ADEBE591}" destId="{C7CA2918-1B28-4B76-A5E6-E846F81A0000}" srcOrd="3" destOrd="0" presId="urn:microsoft.com/office/officeart/2008/layout/VerticalCurvedList"/>
    <dgm:cxn modelId="{5DCF98F8-843E-4FE3-B71C-EACC98E928CE}" type="presParOf" srcId="{4A9E4FAC-540F-4EE0-9197-41E3ADEBE591}" destId="{65AA129B-A890-439F-B4AC-989BB482D833}" srcOrd="4" destOrd="0" presId="urn:microsoft.com/office/officeart/2008/layout/VerticalCurvedList"/>
    <dgm:cxn modelId="{72A36B93-050C-4657-A49F-1A0585D87900}" type="presParOf" srcId="{65AA129B-A890-439F-B4AC-989BB482D833}" destId="{CBC70D33-8793-47E0-A054-51EA0C14B9BB}" srcOrd="0" destOrd="0" presId="urn:microsoft.com/office/officeart/2008/layout/VerticalCurvedList"/>
    <dgm:cxn modelId="{2EB8A364-D4D3-4D39-942F-9F41FAE732A0}" type="presParOf" srcId="{4A9E4FAC-540F-4EE0-9197-41E3ADEBE591}" destId="{910B1407-96A3-4917-AADD-15955439A60B}" srcOrd="5" destOrd="0" presId="urn:microsoft.com/office/officeart/2008/layout/VerticalCurvedList"/>
    <dgm:cxn modelId="{311E3D17-0AA7-4C90-AC94-E82BB6E23167}" type="presParOf" srcId="{4A9E4FAC-540F-4EE0-9197-41E3ADEBE591}" destId="{21B80AB8-9EC2-4509-AC97-8120FDFE080D}" srcOrd="6" destOrd="0" presId="urn:microsoft.com/office/officeart/2008/layout/VerticalCurvedList"/>
    <dgm:cxn modelId="{57FB7316-D4C9-4473-8DBE-4DDA741AB2F0}" type="presParOf" srcId="{21B80AB8-9EC2-4509-AC97-8120FDFE080D}" destId="{FBAC4C3F-B756-4B28-A2DB-D6CF0AE2129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4320F2-4F5D-4838-A687-5610CA9B6A38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33037ECB-1B56-4A44-9867-6DC7BFE99D05}">
      <dgm:prSet/>
      <dgm:spPr/>
      <dgm:t>
        <a:bodyPr/>
        <a:lstStyle/>
        <a:p>
          <a:r>
            <a:rPr lang="en-US"/>
            <a:t>Creating new users</a:t>
          </a:r>
        </a:p>
      </dgm:t>
    </dgm:pt>
    <dgm:pt modelId="{73BAD1F9-4797-4B68-9C4D-F0DFCE13E160}" type="parTrans" cxnId="{CAE10479-3A9E-4514-B398-17E47E216673}">
      <dgm:prSet/>
      <dgm:spPr/>
      <dgm:t>
        <a:bodyPr/>
        <a:lstStyle/>
        <a:p>
          <a:endParaRPr lang="en-US"/>
        </a:p>
      </dgm:t>
    </dgm:pt>
    <dgm:pt modelId="{70E351C1-B510-4D53-962B-F881489F3049}" type="sibTrans" cxnId="{CAE10479-3A9E-4514-B398-17E47E216673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104C1E2B-CC74-4541-92E8-AC69C0E87421}">
      <dgm:prSet/>
      <dgm:spPr/>
      <dgm:t>
        <a:bodyPr/>
        <a:lstStyle/>
        <a:p>
          <a:r>
            <a:rPr lang="en-US"/>
            <a:t>Logging in using username &amp; password</a:t>
          </a:r>
        </a:p>
      </dgm:t>
    </dgm:pt>
    <dgm:pt modelId="{BF504C39-C58D-42EF-9CC5-7D003DD7D05F}" type="parTrans" cxnId="{E1ABFCBC-472B-40D0-AA99-34FE07D5D74B}">
      <dgm:prSet/>
      <dgm:spPr/>
      <dgm:t>
        <a:bodyPr/>
        <a:lstStyle/>
        <a:p>
          <a:endParaRPr lang="en-US"/>
        </a:p>
      </dgm:t>
    </dgm:pt>
    <dgm:pt modelId="{0847DD6A-7467-4E81-A5FE-5CDBE0881EA8}" type="sibTrans" cxnId="{E1ABFCBC-472B-40D0-AA99-34FE07D5D74B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2864A22-C725-46F9-985B-10DE6DA3155F}">
      <dgm:prSet/>
      <dgm:spPr/>
      <dgm:t>
        <a:bodyPr/>
        <a:lstStyle/>
        <a:p>
          <a:r>
            <a:rPr lang="en-US"/>
            <a:t>Securing user details</a:t>
          </a:r>
        </a:p>
      </dgm:t>
    </dgm:pt>
    <dgm:pt modelId="{DDFC0C8F-2270-417B-91F5-38ADE8E1F93C}" type="parTrans" cxnId="{203AA162-DFFE-4ACA-AA7E-58430E18B091}">
      <dgm:prSet/>
      <dgm:spPr/>
      <dgm:t>
        <a:bodyPr/>
        <a:lstStyle/>
        <a:p>
          <a:endParaRPr lang="en-US"/>
        </a:p>
      </dgm:t>
    </dgm:pt>
    <dgm:pt modelId="{A7A7A49D-B79C-483E-9226-2468B539F65A}" type="sibTrans" cxnId="{203AA162-DFFE-4ACA-AA7E-58430E18B091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0C2A66EB-667C-4457-B86E-659D12BB8A5E}">
      <dgm:prSet/>
      <dgm:spPr/>
      <dgm:t>
        <a:bodyPr/>
        <a:lstStyle/>
        <a:p>
          <a:r>
            <a:rPr lang="en-US"/>
            <a:t>Assigning user roles</a:t>
          </a:r>
        </a:p>
      </dgm:t>
    </dgm:pt>
    <dgm:pt modelId="{67DEC8B1-5346-4AEB-9ED5-84E3A3413A81}" type="parTrans" cxnId="{0561CC2B-C5B2-45A9-AD0C-A2ECB3B2CB8D}">
      <dgm:prSet/>
      <dgm:spPr/>
      <dgm:t>
        <a:bodyPr/>
        <a:lstStyle/>
        <a:p>
          <a:endParaRPr lang="en-US"/>
        </a:p>
      </dgm:t>
    </dgm:pt>
    <dgm:pt modelId="{A6213B91-4006-4CCE-8A51-686608F0572D}" type="sibTrans" cxnId="{0561CC2B-C5B2-45A9-AD0C-A2ECB3B2CB8D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05B2E149-A79A-415F-862E-D8B28EF2FDF3}">
      <dgm:prSet/>
      <dgm:spPr/>
      <dgm:t>
        <a:bodyPr/>
        <a:lstStyle/>
        <a:p>
          <a:r>
            <a:rPr lang="en-US"/>
            <a:t>Updating user profile</a:t>
          </a:r>
        </a:p>
      </dgm:t>
    </dgm:pt>
    <dgm:pt modelId="{B9D7036B-C7C3-43EA-B36D-B236003EA4F6}" type="parTrans" cxnId="{FEDFDAE4-5DA3-475C-AF14-269B649DF64D}">
      <dgm:prSet/>
      <dgm:spPr/>
      <dgm:t>
        <a:bodyPr/>
        <a:lstStyle/>
        <a:p>
          <a:endParaRPr lang="en-US"/>
        </a:p>
      </dgm:t>
    </dgm:pt>
    <dgm:pt modelId="{A1498A10-67A2-4DF5-9172-42774BBCE611}" type="sibTrans" cxnId="{FEDFDAE4-5DA3-475C-AF14-269B649DF64D}">
      <dgm:prSet phldrT="05" phldr="0"/>
      <dgm:spPr/>
      <dgm:t>
        <a:bodyPr/>
        <a:lstStyle/>
        <a:p>
          <a:r>
            <a:rPr lang="en-US"/>
            <a:t>05</a:t>
          </a:r>
        </a:p>
      </dgm:t>
    </dgm:pt>
    <dgm:pt modelId="{F617A565-9211-4B90-A740-2188B039CF98}" type="pres">
      <dgm:prSet presAssocID="{5A4320F2-4F5D-4838-A687-5610CA9B6A38}" presName="Name0" presStyleCnt="0">
        <dgm:presLayoutVars>
          <dgm:animLvl val="lvl"/>
          <dgm:resizeHandles val="exact"/>
        </dgm:presLayoutVars>
      </dgm:prSet>
      <dgm:spPr/>
    </dgm:pt>
    <dgm:pt modelId="{E29D8CF3-2E0C-4452-B815-CD23BFC3103C}" type="pres">
      <dgm:prSet presAssocID="{33037ECB-1B56-4A44-9867-6DC7BFE99D05}" presName="compositeNode" presStyleCnt="0">
        <dgm:presLayoutVars>
          <dgm:bulletEnabled val="1"/>
        </dgm:presLayoutVars>
      </dgm:prSet>
      <dgm:spPr/>
    </dgm:pt>
    <dgm:pt modelId="{E0044F08-C281-43C5-856E-0D7B169436CA}" type="pres">
      <dgm:prSet presAssocID="{33037ECB-1B56-4A44-9867-6DC7BFE99D05}" presName="bgRect" presStyleLbl="alignNode1" presStyleIdx="0" presStyleCnt="5"/>
      <dgm:spPr/>
    </dgm:pt>
    <dgm:pt modelId="{E20B65F9-0B9F-41AA-958C-CF272B9CECA3}" type="pres">
      <dgm:prSet presAssocID="{70E351C1-B510-4D53-962B-F881489F3049}" presName="sibTransNodeRect" presStyleLbl="alignNode1" presStyleIdx="0" presStyleCnt="5">
        <dgm:presLayoutVars>
          <dgm:chMax val="0"/>
          <dgm:bulletEnabled val="1"/>
        </dgm:presLayoutVars>
      </dgm:prSet>
      <dgm:spPr/>
    </dgm:pt>
    <dgm:pt modelId="{151C0223-A229-4F2F-A4EF-2C9A0B544011}" type="pres">
      <dgm:prSet presAssocID="{33037ECB-1B56-4A44-9867-6DC7BFE99D05}" presName="nodeRect" presStyleLbl="alignNode1" presStyleIdx="0" presStyleCnt="5">
        <dgm:presLayoutVars>
          <dgm:bulletEnabled val="1"/>
        </dgm:presLayoutVars>
      </dgm:prSet>
      <dgm:spPr/>
    </dgm:pt>
    <dgm:pt modelId="{A276DFE8-8D2F-44BE-8B39-8E0E48576AEE}" type="pres">
      <dgm:prSet presAssocID="{70E351C1-B510-4D53-962B-F881489F3049}" presName="sibTrans" presStyleCnt="0"/>
      <dgm:spPr/>
    </dgm:pt>
    <dgm:pt modelId="{E4BD7C20-C4C7-4106-A58B-D179F4ABE23A}" type="pres">
      <dgm:prSet presAssocID="{104C1E2B-CC74-4541-92E8-AC69C0E87421}" presName="compositeNode" presStyleCnt="0">
        <dgm:presLayoutVars>
          <dgm:bulletEnabled val="1"/>
        </dgm:presLayoutVars>
      </dgm:prSet>
      <dgm:spPr/>
    </dgm:pt>
    <dgm:pt modelId="{08E86AC6-BCE0-42CA-B4E1-AA3958625A44}" type="pres">
      <dgm:prSet presAssocID="{104C1E2B-CC74-4541-92E8-AC69C0E87421}" presName="bgRect" presStyleLbl="alignNode1" presStyleIdx="1" presStyleCnt="5"/>
      <dgm:spPr/>
    </dgm:pt>
    <dgm:pt modelId="{B15C9652-51D8-434B-9AE5-CA2F2448BE06}" type="pres">
      <dgm:prSet presAssocID="{0847DD6A-7467-4E81-A5FE-5CDBE0881EA8}" presName="sibTransNodeRect" presStyleLbl="alignNode1" presStyleIdx="1" presStyleCnt="5">
        <dgm:presLayoutVars>
          <dgm:chMax val="0"/>
          <dgm:bulletEnabled val="1"/>
        </dgm:presLayoutVars>
      </dgm:prSet>
      <dgm:spPr/>
    </dgm:pt>
    <dgm:pt modelId="{26BDECC6-B833-4915-AFC4-071514FD9AD6}" type="pres">
      <dgm:prSet presAssocID="{104C1E2B-CC74-4541-92E8-AC69C0E87421}" presName="nodeRect" presStyleLbl="alignNode1" presStyleIdx="1" presStyleCnt="5">
        <dgm:presLayoutVars>
          <dgm:bulletEnabled val="1"/>
        </dgm:presLayoutVars>
      </dgm:prSet>
      <dgm:spPr/>
    </dgm:pt>
    <dgm:pt modelId="{73E22812-16B1-46BB-BF33-0B8C57919C7E}" type="pres">
      <dgm:prSet presAssocID="{0847DD6A-7467-4E81-A5FE-5CDBE0881EA8}" presName="sibTrans" presStyleCnt="0"/>
      <dgm:spPr/>
    </dgm:pt>
    <dgm:pt modelId="{0B420A79-5A1F-41F7-BA79-CE8C9D063455}" type="pres">
      <dgm:prSet presAssocID="{22864A22-C725-46F9-985B-10DE6DA3155F}" presName="compositeNode" presStyleCnt="0">
        <dgm:presLayoutVars>
          <dgm:bulletEnabled val="1"/>
        </dgm:presLayoutVars>
      </dgm:prSet>
      <dgm:spPr/>
    </dgm:pt>
    <dgm:pt modelId="{A554795E-FB34-4A4F-B822-1BAAD434BAF4}" type="pres">
      <dgm:prSet presAssocID="{22864A22-C725-46F9-985B-10DE6DA3155F}" presName="bgRect" presStyleLbl="alignNode1" presStyleIdx="2" presStyleCnt="5"/>
      <dgm:spPr/>
    </dgm:pt>
    <dgm:pt modelId="{ADF35B93-6B9F-4F33-A9BE-A6234547691C}" type="pres">
      <dgm:prSet presAssocID="{A7A7A49D-B79C-483E-9226-2468B539F65A}" presName="sibTransNodeRect" presStyleLbl="alignNode1" presStyleIdx="2" presStyleCnt="5">
        <dgm:presLayoutVars>
          <dgm:chMax val="0"/>
          <dgm:bulletEnabled val="1"/>
        </dgm:presLayoutVars>
      </dgm:prSet>
      <dgm:spPr/>
    </dgm:pt>
    <dgm:pt modelId="{D35D9C7F-3C9B-4092-AD89-4C214A89FF09}" type="pres">
      <dgm:prSet presAssocID="{22864A22-C725-46F9-985B-10DE6DA3155F}" presName="nodeRect" presStyleLbl="alignNode1" presStyleIdx="2" presStyleCnt="5">
        <dgm:presLayoutVars>
          <dgm:bulletEnabled val="1"/>
        </dgm:presLayoutVars>
      </dgm:prSet>
      <dgm:spPr/>
    </dgm:pt>
    <dgm:pt modelId="{B38142E7-E72A-475D-AD6D-CEA268E14BE0}" type="pres">
      <dgm:prSet presAssocID="{A7A7A49D-B79C-483E-9226-2468B539F65A}" presName="sibTrans" presStyleCnt="0"/>
      <dgm:spPr/>
    </dgm:pt>
    <dgm:pt modelId="{2FEF4AA6-E472-42B8-9201-537BEA54CEE6}" type="pres">
      <dgm:prSet presAssocID="{0C2A66EB-667C-4457-B86E-659D12BB8A5E}" presName="compositeNode" presStyleCnt="0">
        <dgm:presLayoutVars>
          <dgm:bulletEnabled val="1"/>
        </dgm:presLayoutVars>
      </dgm:prSet>
      <dgm:spPr/>
    </dgm:pt>
    <dgm:pt modelId="{35B81594-F4FE-4F5D-A3A0-C183295F3CB4}" type="pres">
      <dgm:prSet presAssocID="{0C2A66EB-667C-4457-B86E-659D12BB8A5E}" presName="bgRect" presStyleLbl="alignNode1" presStyleIdx="3" presStyleCnt="5"/>
      <dgm:spPr/>
    </dgm:pt>
    <dgm:pt modelId="{EBA175D8-6E8D-49A3-B45C-8CC1E41289B1}" type="pres">
      <dgm:prSet presAssocID="{A6213B91-4006-4CCE-8A51-686608F0572D}" presName="sibTransNodeRect" presStyleLbl="alignNode1" presStyleIdx="3" presStyleCnt="5">
        <dgm:presLayoutVars>
          <dgm:chMax val="0"/>
          <dgm:bulletEnabled val="1"/>
        </dgm:presLayoutVars>
      </dgm:prSet>
      <dgm:spPr/>
    </dgm:pt>
    <dgm:pt modelId="{F2745824-26E8-43C1-986A-EAC681F20B95}" type="pres">
      <dgm:prSet presAssocID="{0C2A66EB-667C-4457-B86E-659D12BB8A5E}" presName="nodeRect" presStyleLbl="alignNode1" presStyleIdx="3" presStyleCnt="5">
        <dgm:presLayoutVars>
          <dgm:bulletEnabled val="1"/>
        </dgm:presLayoutVars>
      </dgm:prSet>
      <dgm:spPr/>
    </dgm:pt>
    <dgm:pt modelId="{84D5D5D4-ADD5-46FE-9AB2-3C5A6DEC73A0}" type="pres">
      <dgm:prSet presAssocID="{A6213B91-4006-4CCE-8A51-686608F0572D}" presName="sibTrans" presStyleCnt="0"/>
      <dgm:spPr/>
    </dgm:pt>
    <dgm:pt modelId="{E0009E3E-DD07-43C3-B68D-CF29AA25602E}" type="pres">
      <dgm:prSet presAssocID="{05B2E149-A79A-415F-862E-D8B28EF2FDF3}" presName="compositeNode" presStyleCnt="0">
        <dgm:presLayoutVars>
          <dgm:bulletEnabled val="1"/>
        </dgm:presLayoutVars>
      </dgm:prSet>
      <dgm:spPr/>
    </dgm:pt>
    <dgm:pt modelId="{1DE44114-2CBC-4181-8483-2DBAE155282A}" type="pres">
      <dgm:prSet presAssocID="{05B2E149-A79A-415F-862E-D8B28EF2FDF3}" presName="bgRect" presStyleLbl="alignNode1" presStyleIdx="4" presStyleCnt="5"/>
      <dgm:spPr/>
    </dgm:pt>
    <dgm:pt modelId="{6B50F48F-6C7C-423D-94BC-BD4C6311670E}" type="pres">
      <dgm:prSet presAssocID="{A1498A10-67A2-4DF5-9172-42774BBCE611}" presName="sibTransNodeRect" presStyleLbl="alignNode1" presStyleIdx="4" presStyleCnt="5">
        <dgm:presLayoutVars>
          <dgm:chMax val="0"/>
          <dgm:bulletEnabled val="1"/>
        </dgm:presLayoutVars>
      </dgm:prSet>
      <dgm:spPr/>
    </dgm:pt>
    <dgm:pt modelId="{82CECBEC-5349-49CC-9B9B-9ED988481050}" type="pres">
      <dgm:prSet presAssocID="{05B2E149-A79A-415F-862E-D8B28EF2FDF3}" presName="nodeRect" presStyleLbl="alignNode1" presStyleIdx="4" presStyleCnt="5">
        <dgm:presLayoutVars>
          <dgm:bulletEnabled val="1"/>
        </dgm:presLayoutVars>
      </dgm:prSet>
      <dgm:spPr/>
    </dgm:pt>
  </dgm:ptLst>
  <dgm:cxnLst>
    <dgm:cxn modelId="{26FE8D00-7E8D-4865-B6E0-441B4953FB83}" type="presOf" srcId="{0C2A66EB-667C-4457-B86E-659D12BB8A5E}" destId="{35B81594-F4FE-4F5D-A3A0-C183295F3CB4}" srcOrd="0" destOrd="0" presId="urn:microsoft.com/office/officeart/2016/7/layout/LinearBlockProcessNumbered"/>
    <dgm:cxn modelId="{83EF8312-BB93-4575-A361-D1CFC94258A8}" type="presOf" srcId="{104C1E2B-CC74-4541-92E8-AC69C0E87421}" destId="{08E86AC6-BCE0-42CA-B4E1-AA3958625A44}" srcOrd="0" destOrd="0" presId="urn:microsoft.com/office/officeart/2016/7/layout/LinearBlockProcessNumbered"/>
    <dgm:cxn modelId="{9A7A8914-A4E7-449A-95F1-65EDA460A069}" type="presOf" srcId="{22864A22-C725-46F9-985B-10DE6DA3155F}" destId="{A554795E-FB34-4A4F-B822-1BAAD434BAF4}" srcOrd="0" destOrd="0" presId="urn:microsoft.com/office/officeart/2016/7/layout/LinearBlockProcessNumbered"/>
    <dgm:cxn modelId="{EE6D6321-27A3-48E2-9E51-BC589EC6AF00}" type="presOf" srcId="{33037ECB-1B56-4A44-9867-6DC7BFE99D05}" destId="{E0044F08-C281-43C5-856E-0D7B169436CA}" srcOrd="0" destOrd="0" presId="urn:microsoft.com/office/officeart/2016/7/layout/LinearBlockProcessNumbered"/>
    <dgm:cxn modelId="{0D255B22-ED77-4B81-A89A-CC1B0FB9FF57}" type="presOf" srcId="{A1498A10-67A2-4DF5-9172-42774BBCE611}" destId="{6B50F48F-6C7C-423D-94BC-BD4C6311670E}" srcOrd="0" destOrd="0" presId="urn:microsoft.com/office/officeart/2016/7/layout/LinearBlockProcessNumbered"/>
    <dgm:cxn modelId="{0561CC2B-C5B2-45A9-AD0C-A2ECB3B2CB8D}" srcId="{5A4320F2-4F5D-4838-A687-5610CA9B6A38}" destId="{0C2A66EB-667C-4457-B86E-659D12BB8A5E}" srcOrd="3" destOrd="0" parTransId="{67DEC8B1-5346-4AEB-9ED5-84E3A3413A81}" sibTransId="{A6213B91-4006-4CCE-8A51-686608F0572D}"/>
    <dgm:cxn modelId="{9BC2DA35-7250-400B-827B-4B5BAC34AAF8}" type="presOf" srcId="{104C1E2B-CC74-4541-92E8-AC69C0E87421}" destId="{26BDECC6-B833-4915-AFC4-071514FD9AD6}" srcOrd="1" destOrd="0" presId="urn:microsoft.com/office/officeart/2016/7/layout/LinearBlockProcessNumbered"/>
    <dgm:cxn modelId="{513C375C-0B1B-4421-89C1-06D9EB171E4D}" type="presOf" srcId="{0C2A66EB-667C-4457-B86E-659D12BB8A5E}" destId="{F2745824-26E8-43C1-986A-EAC681F20B95}" srcOrd="1" destOrd="0" presId="urn:microsoft.com/office/officeart/2016/7/layout/LinearBlockProcessNumbered"/>
    <dgm:cxn modelId="{203AA162-DFFE-4ACA-AA7E-58430E18B091}" srcId="{5A4320F2-4F5D-4838-A687-5610CA9B6A38}" destId="{22864A22-C725-46F9-985B-10DE6DA3155F}" srcOrd="2" destOrd="0" parTransId="{DDFC0C8F-2270-417B-91F5-38ADE8E1F93C}" sibTransId="{A7A7A49D-B79C-483E-9226-2468B539F65A}"/>
    <dgm:cxn modelId="{8803D462-990F-41BB-8B7D-028F2316A35B}" type="presOf" srcId="{A7A7A49D-B79C-483E-9226-2468B539F65A}" destId="{ADF35B93-6B9F-4F33-A9BE-A6234547691C}" srcOrd="0" destOrd="0" presId="urn:microsoft.com/office/officeart/2016/7/layout/LinearBlockProcessNumbered"/>
    <dgm:cxn modelId="{CF463A74-F0C5-4516-B521-F9ABF394E096}" type="presOf" srcId="{70E351C1-B510-4D53-962B-F881489F3049}" destId="{E20B65F9-0B9F-41AA-958C-CF272B9CECA3}" srcOrd="0" destOrd="0" presId="urn:microsoft.com/office/officeart/2016/7/layout/LinearBlockProcessNumbered"/>
    <dgm:cxn modelId="{CAE10479-3A9E-4514-B398-17E47E216673}" srcId="{5A4320F2-4F5D-4838-A687-5610CA9B6A38}" destId="{33037ECB-1B56-4A44-9867-6DC7BFE99D05}" srcOrd="0" destOrd="0" parTransId="{73BAD1F9-4797-4B68-9C4D-F0DFCE13E160}" sibTransId="{70E351C1-B510-4D53-962B-F881489F3049}"/>
    <dgm:cxn modelId="{FF2D685A-4D41-4EF9-A8E9-2E3B5215F877}" type="presOf" srcId="{0847DD6A-7467-4E81-A5FE-5CDBE0881EA8}" destId="{B15C9652-51D8-434B-9AE5-CA2F2448BE06}" srcOrd="0" destOrd="0" presId="urn:microsoft.com/office/officeart/2016/7/layout/LinearBlockProcessNumbered"/>
    <dgm:cxn modelId="{6C94418D-087E-4D36-8908-8C42E713AF70}" type="presOf" srcId="{05B2E149-A79A-415F-862E-D8B28EF2FDF3}" destId="{1DE44114-2CBC-4181-8483-2DBAE155282A}" srcOrd="0" destOrd="0" presId="urn:microsoft.com/office/officeart/2016/7/layout/LinearBlockProcessNumbered"/>
    <dgm:cxn modelId="{4519CC91-CAB7-4624-8EA8-F84371748687}" type="presOf" srcId="{22864A22-C725-46F9-985B-10DE6DA3155F}" destId="{D35D9C7F-3C9B-4092-AD89-4C214A89FF09}" srcOrd="1" destOrd="0" presId="urn:microsoft.com/office/officeart/2016/7/layout/LinearBlockProcessNumbered"/>
    <dgm:cxn modelId="{D7F6039E-91A0-4A73-A2AF-9560123E2283}" type="presOf" srcId="{33037ECB-1B56-4A44-9867-6DC7BFE99D05}" destId="{151C0223-A229-4F2F-A4EF-2C9A0B544011}" srcOrd="1" destOrd="0" presId="urn:microsoft.com/office/officeart/2016/7/layout/LinearBlockProcessNumbered"/>
    <dgm:cxn modelId="{7D9E28A8-CCBF-4C16-ACBC-C15A038EA46E}" type="presOf" srcId="{5A4320F2-4F5D-4838-A687-5610CA9B6A38}" destId="{F617A565-9211-4B90-A740-2188B039CF98}" srcOrd="0" destOrd="0" presId="urn:microsoft.com/office/officeart/2016/7/layout/LinearBlockProcessNumbered"/>
    <dgm:cxn modelId="{4D6BA2B8-AF3C-4938-B687-6CF9D089C8D5}" type="presOf" srcId="{05B2E149-A79A-415F-862E-D8B28EF2FDF3}" destId="{82CECBEC-5349-49CC-9B9B-9ED988481050}" srcOrd="1" destOrd="0" presId="urn:microsoft.com/office/officeart/2016/7/layout/LinearBlockProcessNumbered"/>
    <dgm:cxn modelId="{E1ABFCBC-472B-40D0-AA99-34FE07D5D74B}" srcId="{5A4320F2-4F5D-4838-A687-5610CA9B6A38}" destId="{104C1E2B-CC74-4541-92E8-AC69C0E87421}" srcOrd="1" destOrd="0" parTransId="{BF504C39-C58D-42EF-9CC5-7D003DD7D05F}" sibTransId="{0847DD6A-7467-4E81-A5FE-5CDBE0881EA8}"/>
    <dgm:cxn modelId="{93E028CD-4458-4138-80F8-C9710B3AE43E}" type="presOf" srcId="{A6213B91-4006-4CCE-8A51-686608F0572D}" destId="{EBA175D8-6E8D-49A3-B45C-8CC1E41289B1}" srcOrd="0" destOrd="0" presId="urn:microsoft.com/office/officeart/2016/7/layout/LinearBlockProcessNumbered"/>
    <dgm:cxn modelId="{FEDFDAE4-5DA3-475C-AF14-269B649DF64D}" srcId="{5A4320F2-4F5D-4838-A687-5610CA9B6A38}" destId="{05B2E149-A79A-415F-862E-D8B28EF2FDF3}" srcOrd="4" destOrd="0" parTransId="{B9D7036B-C7C3-43EA-B36D-B236003EA4F6}" sibTransId="{A1498A10-67A2-4DF5-9172-42774BBCE611}"/>
    <dgm:cxn modelId="{F93CABD7-00B4-4860-B9DD-A9E43384DEE6}" type="presParOf" srcId="{F617A565-9211-4B90-A740-2188B039CF98}" destId="{E29D8CF3-2E0C-4452-B815-CD23BFC3103C}" srcOrd="0" destOrd="0" presId="urn:microsoft.com/office/officeart/2016/7/layout/LinearBlockProcessNumbered"/>
    <dgm:cxn modelId="{A42CDA8A-81DA-41A7-A1D3-7EB60D9C7AB4}" type="presParOf" srcId="{E29D8CF3-2E0C-4452-B815-CD23BFC3103C}" destId="{E0044F08-C281-43C5-856E-0D7B169436CA}" srcOrd="0" destOrd="0" presId="urn:microsoft.com/office/officeart/2016/7/layout/LinearBlockProcessNumbered"/>
    <dgm:cxn modelId="{8C2AA098-2F81-4FBE-B3E0-E56DD67771B9}" type="presParOf" srcId="{E29D8CF3-2E0C-4452-B815-CD23BFC3103C}" destId="{E20B65F9-0B9F-41AA-958C-CF272B9CECA3}" srcOrd="1" destOrd="0" presId="urn:microsoft.com/office/officeart/2016/7/layout/LinearBlockProcessNumbered"/>
    <dgm:cxn modelId="{6BD82DF1-E78D-4D98-AB2C-D28C8DD6A109}" type="presParOf" srcId="{E29D8CF3-2E0C-4452-B815-CD23BFC3103C}" destId="{151C0223-A229-4F2F-A4EF-2C9A0B544011}" srcOrd="2" destOrd="0" presId="urn:microsoft.com/office/officeart/2016/7/layout/LinearBlockProcessNumbered"/>
    <dgm:cxn modelId="{D17E9647-A0F3-49FF-A34C-235AF15E6F48}" type="presParOf" srcId="{F617A565-9211-4B90-A740-2188B039CF98}" destId="{A276DFE8-8D2F-44BE-8B39-8E0E48576AEE}" srcOrd="1" destOrd="0" presId="urn:microsoft.com/office/officeart/2016/7/layout/LinearBlockProcessNumbered"/>
    <dgm:cxn modelId="{1576F775-99C6-49DF-9230-DD45E96DE99C}" type="presParOf" srcId="{F617A565-9211-4B90-A740-2188B039CF98}" destId="{E4BD7C20-C4C7-4106-A58B-D179F4ABE23A}" srcOrd="2" destOrd="0" presId="urn:microsoft.com/office/officeart/2016/7/layout/LinearBlockProcessNumbered"/>
    <dgm:cxn modelId="{3EC955B2-25BE-4E09-AC3C-DFBAE062703D}" type="presParOf" srcId="{E4BD7C20-C4C7-4106-A58B-D179F4ABE23A}" destId="{08E86AC6-BCE0-42CA-B4E1-AA3958625A44}" srcOrd="0" destOrd="0" presId="urn:microsoft.com/office/officeart/2016/7/layout/LinearBlockProcessNumbered"/>
    <dgm:cxn modelId="{B934CB15-AA38-44AB-B7EF-ABE23BC29B59}" type="presParOf" srcId="{E4BD7C20-C4C7-4106-A58B-D179F4ABE23A}" destId="{B15C9652-51D8-434B-9AE5-CA2F2448BE06}" srcOrd="1" destOrd="0" presId="urn:microsoft.com/office/officeart/2016/7/layout/LinearBlockProcessNumbered"/>
    <dgm:cxn modelId="{89C43A1D-E209-4F75-9230-1B532AE12741}" type="presParOf" srcId="{E4BD7C20-C4C7-4106-A58B-D179F4ABE23A}" destId="{26BDECC6-B833-4915-AFC4-071514FD9AD6}" srcOrd="2" destOrd="0" presId="urn:microsoft.com/office/officeart/2016/7/layout/LinearBlockProcessNumbered"/>
    <dgm:cxn modelId="{28EC011F-B707-49D0-A721-7A14456815A0}" type="presParOf" srcId="{F617A565-9211-4B90-A740-2188B039CF98}" destId="{73E22812-16B1-46BB-BF33-0B8C57919C7E}" srcOrd="3" destOrd="0" presId="urn:microsoft.com/office/officeart/2016/7/layout/LinearBlockProcessNumbered"/>
    <dgm:cxn modelId="{1F60E06F-7CBA-4631-8FCA-1EDA3CB81139}" type="presParOf" srcId="{F617A565-9211-4B90-A740-2188B039CF98}" destId="{0B420A79-5A1F-41F7-BA79-CE8C9D063455}" srcOrd="4" destOrd="0" presId="urn:microsoft.com/office/officeart/2016/7/layout/LinearBlockProcessNumbered"/>
    <dgm:cxn modelId="{AD3735A8-1C8B-432B-A5FC-6F365C37B9BD}" type="presParOf" srcId="{0B420A79-5A1F-41F7-BA79-CE8C9D063455}" destId="{A554795E-FB34-4A4F-B822-1BAAD434BAF4}" srcOrd="0" destOrd="0" presId="urn:microsoft.com/office/officeart/2016/7/layout/LinearBlockProcessNumbered"/>
    <dgm:cxn modelId="{660A85E8-01BF-4B19-99A7-4D95DD1B87BF}" type="presParOf" srcId="{0B420A79-5A1F-41F7-BA79-CE8C9D063455}" destId="{ADF35B93-6B9F-4F33-A9BE-A6234547691C}" srcOrd="1" destOrd="0" presId="urn:microsoft.com/office/officeart/2016/7/layout/LinearBlockProcessNumbered"/>
    <dgm:cxn modelId="{9C693356-8F2B-4220-9522-6104DB7E72FA}" type="presParOf" srcId="{0B420A79-5A1F-41F7-BA79-CE8C9D063455}" destId="{D35D9C7F-3C9B-4092-AD89-4C214A89FF09}" srcOrd="2" destOrd="0" presId="urn:microsoft.com/office/officeart/2016/7/layout/LinearBlockProcessNumbered"/>
    <dgm:cxn modelId="{4FE97250-A030-4872-9DE5-58050810FD51}" type="presParOf" srcId="{F617A565-9211-4B90-A740-2188B039CF98}" destId="{B38142E7-E72A-475D-AD6D-CEA268E14BE0}" srcOrd="5" destOrd="0" presId="urn:microsoft.com/office/officeart/2016/7/layout/LinearBlockProcessNumbered"/>
    <dgm:cxn modelId="{F5803FB7-1B2B-45B9-A1AC-E205BA53232C}" type="presParOf" srcId="{F617A565-9211-4B90-A740-2188B039CF98}" destId="{2FEF4AA6-E472-42B8-9201-537BEA54CEE6}" srcOrd="6" destOrd="0" presId="urn:microsoft.com/office/officeart/2016/7/layout/LinearBlockProcessNumbered"/>
    <dgm:cxn modelId="{482F13E9-81EE-48FF-8600-B8C4FF67DDD6}" type="presParOf" srcId="{2FEF4AA6-E472-42B8-9201-537BEA54CEE6}" destId="{35B81594-F4FE-4F5D-A3A0-C183295F3CB4}" srcOrd="0" destOrd="0" presId="urn:microsoft.com/office/officeart/2016/7/layout/LinearBlockProcessNumbered"/>
    <dgm:cxn modelId="{F05C25BD-0A25-4C86-8E49-185270127DF7}" type="presParOf" srcId="{2FEF4AA6-E472-42B8-9201-537BEA54CEE6}" destId="{EBA175D8-6E8D-49A3-B45C-8CC1E41289B1}" srcOrd="1" destOrd="0" presId="urn:microsoft.com/office/officeart/2016/7/layout/LinearBlockProcessNumbered"/>
    <dgm:cxn modelId="{A31B5D6F-472C-4BB9-AC29-7AC8DC6E341C}" type="presParOf" srcId="{2FEF4AA6-E472-42B8-9201-537BEA54CEE6}" destId="{F2745824-26E8-43C1-986A-EAC681F20B95}" srcOrd="2" destOrd="0" presId="urn:microsoft.com/office/officeart/2016/7/layout/LinearBlockProcessNumbered"/>
    <dgm:cxn modelId="{7EC33BD0-87FF-44A1-A7F4-762D151C6E4F}" type="presParOf" srcId="{F617A565-9211-4B90-A740-2188B039CF98}" destId="{84D5D5D4-ADD5-46FE-9AB2-3C5A6DEC73A0}" srcOrd="7" destOrd="0" presId="urn:microsoft.com/office/officeart/2016/7/layout/LinearBlockProcessNumbered"/>
    <dgm:cxn modelId="{F69D39F0-30F0-4C22-A62E-CE55CB7CC68B}" type="presParOf" srcId="{F617A565-9211-4B90-A740-2188B039CF98}" destId="{E0009E3E-DD07-43C3-B68D-CF29AA25602E}" srcOrd="8" destOrd="0" presId="urn:microsoft.com/office/officeart/2016/7/layout/LinearBlockProcessNumbered"/>
    <dgm:cxn modelId="{F7B64591-A5DF-460C-BBB5-981A112F2BEB}" type="presParOf" srcId="{E0009E3E-DD07-43C3-B68D-CF29AA25602E}" destId="{1DE44114-2CBC-4181-8483-2DBAE155282A}" srcOrd="0" destOrd="0" presId="urn:microsoft.com/office/officeart/2016/7/layout/LinearBlockProcessNumbered"/>
    <dgm:cxn modelId="{C40BC4B7-AF1B-4748-AA65-38E7E8D5A24D}" type="presParOf" srcId="{E0009E3E-DD07-43C3-B68D-CF29AA25602E}" destId="{6B50F48F-6C7C-423D-94BC-BD4C6311670E}" srcOrd="1" destOrd="0" presId="urn:microsoft.com/office/officeart/2016/7/layout/LinearBlockProcessNumbered"/>
    <dgm:cxn modelId="{1852F529-FAF8-4750-A8F8-80CED2182C5F}" type="presParOf" srcId="{E0009E3E-DD07-43C3-B68D-CF29AA25602E}" destId="{82CECBEC-5349-49CC-9B9B-9ED988481050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F9B1524-A935-4427-B73A-D8789F14B807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IN"/>
        </a:p>
      </dgm:t>
    </dgm:pt>
    <dgm:pt modelId="{5ECF97CE-35A2-4583-B15F-9E517C2E3E23}">
      <dgm:prSet phldrT="[Text]" custT="1"/>
      <dgm:spPr/>
      <dgm:t>
        <a:bodyPr/>
        <a:lstStyle/>
        <a:p>
          <a:endParaRPr lang="en-IN" sz="1100" b="1" dirty="0"/>
        </a:p>
        <a:p>
          <a:r>
            <a:rPr lang="en-IN" sz="1100" b="1" u="sng" dirty="0"/>
            <a:t>User</a:t>
          </a:r>
        </a:p>
        <a:p>
          <a:r>
            <a:rPr lang="en-IN" sz="1100" dirty="0" err="1"/>
            <a:t>userId</a:t>
          </a:r>
          <a:r>
            <a:rPr lang="en-IN" sz="1100" dirty="0"/>
            <a:t>: Long</a:t>
          </a:r>
        </a:p>
        <a:p>
          <a:r>
            <a:rPr lang="en-IN" sz="1100" dirty="0"/>
            <a:t>Username: String</a:t>
          </a:r>
        </a:p>
        <a:p>
          <a:r>
            <a:rPr lang="en-IN" sz="1100" dirty="0"/>
            <a:t>Password: String</a:t>
          </a:r>
        </a:p>
        <a:p>
          <a:r>
            <a:rPr lang="en-IN" sz="1100" dirty="0"/>
            <a:t>Email: String</a:t>
          </a:r>
        </a:p>
        <a:p>
          <a:r>
            <a:rPr lang="en-IN" sz="1100" dirty="0"/>
            <a:t>Role: String</a:t>
          </a:r>
        </a:p>
        <a:p>
          <a:r>
            <a:rPr lang="en-IN" sz="1100" dirty="0"/>
            <a:t>Is active: Boolean</a:t>
          </a:r>
        </a:p>
        <a:p>
          <a:endParaRPr lang="en-IN" sz="1100" dirty="0"/>
        </a:p>
        <a:p>
          <a:r>
            <a:rPr lang="en-IN" sz="1100" b="1" u="sng" dirty="0"/>
            <a:t>Methods</a:t>
          </a:r>
          <a:endParaRPr lang="en-IN" sz="1100" u="sng" dirty="0"/>
        </a:p>
        <a:p>
          <a:r>
            <a:rPr lang="en-IN" sz="1100" dirty="0" err="1"/>
            <a:t>updateProfile</a:t>
          </a:r>
          <a:r>
            <a:rPr lang="en-IN" sz="1100" dirty="0"/>
            <a:t>(), </a:t>
          </a:r>
          <a:r>
            <a:rPr lang="en-IN" sz="1100" dirty="0" err="1"/>
            <a:t>getRole</a:t>
          </a:r>
          <a:r>
            <a:rPr lang="en-IN" sz="1100" dirty="0"/>
            <a:t>()</a:t>
          </a:r>
        </a:p>
        <a:p>
          <a:endParaRPr lang="en-IN" sz="1100" dirty="0"/>
        </a:p>
      </dgm:t>
    </dgm:pt>
    <dgm:pt modelId="{580AB579-1A7C-466D-B340-85B5718DAB26}" type="parTrans" cxnId="{5D25A0B9-E12F-4182-8C45-CD65B41710F9}">
      <dgm:prSet/>
      <dgm:spPr/>
      <dgm:t>
        <a:bodyPr/>
        <a:lstStyle/>
        <a:p>
          <a:endParaRPr lang="en-IN"/>
        </a:p>
      </dgm:t>
    </dgm:pt>
    <dgm:pt modelId="{733080D3-1DC3-4461-B02F-E804AD8D4B42}" type="sibTrans" cxnId="{5D25A0B9-E12F-4182-8C45-CD65B41710F9}">
      <dgm:prSet/>
      <dgm:spPr/>
      <dgm:t>
        <a:bodyPr/>
        <a:lstStyle/>
        <a:p>
          <a:endParaRPr lang="en-IN"/>
        </a:p>
      </dgm:t>
    </dgm:pt>
    <dgm:pt modelId="{FF6FC483-51F0-4427-B70D-C942B8C3746A}">
      <dgm:prSet phldrT="[Text]" custT="1"/>
      <dgm:spPr/>
      <dgm:t>
        <a:bodyPr/>
        <a:lstStyle/>
        <a:p>
          <a:r>
            <a:rPr lang="en-IN" sz="1600" b="1" u="sng" dirty="0" err="1"/>
            <a:t>AuthService</a:t>
          </a:r>
          <a:endParaRPr lang="en-IN" sz="1600" b="1" u="sng" dirty="0"/>
        </a:p>
        <a:p>
          <a:r>
            <a:rPr lang="en-IN" sz="1600" dirty="0" err="1"/>
            <a:t>validateLogin</a:t>
          </a:r>
          <a:r>
            <a:rPr lang="en-IN" sz="1600" dirty="0"/>
            <a:t>()</a:t>
          </a:r>
        </a:p>
        <a:p>
          <a:r>
            <a:rPr lang="en-IN" sz="1600" dirty="0" err="1"/>
            <a:t>encryptPassword</a:t>
          </a:r>
          <a:r>
            <a:rPr lang="en-IN" sz="1600" dirty="0"/>
            <a:t>()</a:t>
          </a:r>
        </a:p>
        <a:p>
          <a:r>
            <a:rPr lang="en-IN" sz="1600" dirty="0" err="1"/>
            <a:t>generateToken</a:t>
          </a:r>
          <a:r>
            <a:rPr lang="en-IN" sz="1600" dirty="0"/>
            <a:t>()</a:t>
          </a:r>
        </a:p>
        <a:p>
          <a:r>
            <a:rPr lang="en-IN" sz="1600" dirty="0" err="1"/>
            <a:t>validateToken</a:t>
          </a:r>
          <a:r>
            <a:rPr lang="en-IN" sz="1600" dirty="0"/>
            <a:t>()</a:t>
          </a:r>
        </a:p>
      </dgm:t>
    </dgm:pt>
    <dgm:pt modelId="{A7EB9B97-5FEA-4E72-86E8-88230DB55EA5}" type="parTrans" cxnId="{FA98EA21-8CD0-4F4D-97B1-3BCA95BB9057}">
      <dgm:prSet/>
      <dgm:spPr/>
      <dgm:t>
        <a:bodyPr/>
        <a:lstStyle/>
        <a:p>
          <a:endParaRPr lang="en-IN"/>
        </a:p>
      </dgm:t>
    </dgm:pt>
    <dgm:pt modelId="{CC0CBCB9-CE69-48F5-B48E-17067FDD857B}" type="sibTrans" cxnId="{FA98EA21-8CD0-4F4D-97B1-3BCA95BB9057}">
      <dgm:prSet/>
      <dgm:spPr/>
      <dgm:t>
        <a:bodyPr/>
        <a:lstStyle/>
        <a:p>
          <a:endParaRPr lang="en-IN"/>
        </a:p>
      </dgm:t>
    </dgm:pt>
    <dgm:pt modelId="{4AF75903-F11C-4DE2-9D79-EBB57DBC96F3}">
      <dgm:prSet phldrT="[Text]"/>
      <dgm:spPr/>
    </dgm:pt>
    <dgm:pt modelId="{C2697D14-AC5E-45B4-A7CF-8B637D81F0E5}" type="parTrans" cxnId="{6AB8BD0C-934B-49B6-A5D0-7149DBDC6CB8}">
      <dgm:prSet/>
      <dgm:spPr/>
      <dgm:t>
        <a:bodyPr/>
        <a:lstStyle/>
        <a:p>
          <a:endParaRPr lang="en-IN"/>
        </a:p>
      </dgm:t>
    </dgm:pt>
    <dgm:pt modelId="{F90D2AAC-2382-4C71-AB26-C78E3CF6284C}" type="sibTrans" cxnId="{6AB8BD0C-934B-49B6-A5D0-7149DBDC6CB8}">
      <dgm:prSet/>
      <dgm:spPr/>
      <dgm:t>
        <a:bodyPr/>
        <a:lstStyle/>
        <a:p>
          <a:endParaRPr lang="en-IN"/>
        </a:p>
      </dgm:t>
    </dgm:pt>
    <dgm:pt modelId="{AC77E41E-C112-4AE8-8EA6-D234107BB5AD}">
      <dgm:prSet phldrT="[Text]" phldr="1"/>
      <dgm:spPr/>
      <dgm:t>
        <a:bodyPr/>
        <a:lstStyle/>
        <a:p>
          <a:endParaRPr lang="en-IN"/>
        </a:p>
      </dgm:t>
    </dgm:pt>
    <dgm:pt modelId="{65DC797A-AF2C-427B-9095-1D89DC30BB66}" type="parTrans" cxnId="{72FE6B4E-C734-45FE-8458-4CEE1EBB27D4}">
      <dgm:prSet/>
      <dgm:spPr/>
      <dgm:t>
        <a:bodyPr/>
        <a:lstStyle/>
        <a:p>
          <a:endParaRPr lang="en-IN"/>
        </a:p>
      </dgm:t>
    </dgm:pt>
    <dgm:pt modelId="{276461B4-C78C-47FA-B19A-47135E16ADB0}" type="sibTrans" cxnId="{72FE6B4E-C734-45FE-8458-4CEE1EBB27D4}">
      <dgm:prSet/>
      <dgm:spPr/>
      <dgm:t>
        <a:bodyPr/>
        <a:lstStyle/>
        <a:p>
          <a:endParaRPr lang="en-IN"/>
        </a:p>
      </dgm:t>
    </dgm:pt>
    <dgm:pt modelId="{AAA8E0FD-D3F5-4278-873C-3E8B4A292914}">
      <dgm:prSet custT="1"/>
      <dgm:spPr/>
      <dgm:t>
        <a:bodyPr/>
        <a:lstStyle/>
        <a:p>
          <a:endParaRPr lang="en-IN" sz="1600" b="1" dirty="0"/>
        </a:p>
        <a:p>
          <a:r>
            <a:rPr lang="en-IN" sz="1600" b="1" u="sng" dirty="0" err="1"/>
            <a:t>AuthController</a:t>
          </a:r>
          <a:endParaRPr lang="en-IN" sz="1600" u="sng" dirty="0"/>
        </a:p>
        <a:p>
          <a:r>
            <a:rPr lang="en-IN" sz="1600" dirty="0"/>
            <a:t>login()</a:t>
          </a:r>
        </a:p>
        <a:p>
          <a:r>
            <a:rPr lang="en-IN" sz="1600" dirty="0"/>
            <a:t>logout()</a:t>
          </a:r>
        </a:p>
        <a:p>
          <a:r>
            <a:rPr lang="en-IN" sz="1600" dirty="0"/>
            <a:t>register(User) </a:t>
          </a:r>
        </a:p>
        <a:p>
          <a:r>
            <a:rPr lang="en-IN" sz="1600" dirty="0"/>
            <a:t>User </a:t>
          </a:r>
          <a:r>
            <a:rPr lang="en-IN" sz="1600" i="1" dirty="0"/>
            <a:t>(manages)</a:t>
          </a:r>
          <a:endParaRPr lang="en-IN" sz="1600" dirty="0"/>
        </a:p>
        <a:p>
          <a:endParaRPr lang="en-IN" sz="1600" b="1" dirty="0"/>
        </a:p>
      </dgm:t>
    </dgm:pt>
    <dgm:pt modelId="{402D6BB4-3699-4A66-BC6B-CB79E91F191E}" type="parTrans" cxnId="{1E65DA1D-0C56-48EE-965D-F89199AA8D37}">
      <dgm:prSet/>
      <dgm:spPr/>
      <dgm:t>
        <a:bodyPr/>
        <a:lstStyle/>
        <a:p>
          <a:endParaRPr lang="en-IN"/>
        </a:p>
      </dgm:t>
    </dgm:pt>
    <dgm:pt modelId="{19BFDD8A-93A2-46D2-B792-D6FB659229A8}" type="sibTrans" cxnId="{1E65DA1D-0C56-48EE-965D-F89199AA8D37}">
      <dgm:prSet/>
      <dgm:spPr/>
      <dgm:t>
        <a:bodyPr/>
        <a:lstStyle/>
        <a:p>
          <a:endParaRPr lang="en-IN"/>
        </a:p>
      </dgm:t>
    </dgm:pt>
    <dgm:pt modelId="{CD94B846-6CCE-452B-A278-C61501B13A8D}">
      <dgm:prSet/>
      <dgm:spPr/>
    </dgm:pt>
    <dgm:pt modelId="{BBDAB7F3-BCA7-4DF6-831B-47CF44F0D9F1}" type="parTrans" cxnId="{AEB8CAD6-53DF-4D57-A665-46115B1D8AC6}">
      <dgm:prSet/>
      <dgm:spPr/>
      <dgm:t>
        <a:bodyPr/>
        <a:lstStyle/>
        <a:p>
          <a:endParaRPr lang="en-IN"/>
        </a:p>
      </dgm:t>
    </dgm:pt>
    <dgm:pt modelId="{C4F7E93E-05DB-4A96-A735-23C6D1DAA8A5}" type="sibTrans" cxnId="{AEB8CAD6-53DF-4D57-A665-46115B1D8AC6}">
      <dgm:prSet/>
      <dgm:spPr/>
      <dgm:t>
        <a:bodyPr/>
        <a:lstStyle/>
        <a:p>
          <a:endParaRPr lang="en-IN"/>
        </a:p>
      </dgm:t>
    </dgm:pt>
    <dgm:pt modelId="{AEFA478C-6044-4518-8F68-3DA4B3870F39}">
      <dgm:prSet/>
      <dgm:spPr/>
    </dgm:pt>
    <dgm:pt modelId="{21AA679C-908C-4FE9-BEAC-0B73713A1AD7}" type="parTrans" cxnId="{6A7908E6-1831-442F-BD58-4A2DDF365C86}">
      <dgm:prSet/>
      <dgm:spPr/>
      <dgm:t>
        <a:bodyPr/>
        <a:lstStyle/>
        <a:p>
          <a:endParaRPr lang="en-IN"/>
        </a:p>
      </dgm:t>
    </dgm:pt>
    <dgm:pt modelId="{E576D662-A9EE-41D4-B825-EDF9DC3D9671}" type="sibTrans" cxnId="{6A7908E6-1831-442F-BD58-4A2DDF365C86}">
      <dgm:prSet/>
      <dgm:spPr/>
      <dgm:t>
        <a:bodyPr/>
        <a:lstStyle/>
        <a:p>
          <a:endParaRPr lang="en-IN"/>
        </a:p>
      </dgm:t>
    </dgm:pt>
    <dgm:pt modelId="{BE227ECD-A994-45EA-8157-1A7617B5A009}">
      <dgm:prSet/>
      <dgm:spPr/>
    </dgm:pt>
    <dgm:pt modelId="{291E927E-21EB-4680-B622-694F43B5E946}" type="parTrans" cxnId="{6B54469B-9E86-4384-AC3B-2E00A4A93C96}">
      <dgm:prSet/>
      <dgm:spPr/>
      <dgm:t>
        <a:bodyPr/>
        <a:lstStyle/>
        <a:p>
          <a:endParaRPr lang="en-IN"/>
        </a:p>
      </dgm:t>
    </dgm:pt>
    <dgm:pt modelId="{F286D9C1-D2D5-455A-8433-B2BF6452CEBF}" type="sibTrans" cxnId="{6B54469B-9E86-4384-AC3B-2E00A4A93C96}">
      <dgm:prSet/>
      <dgm:spPr/>
      <dgm:t>
        <a:bodyPr/>
        <a:lstStyle/>
        <a:p>
          <a:endParaRPr lang="en-IN"/>
        </a:p>
      </dgm:t>
    </dgm:pt>
    <dgm:pt modelId="{A3C549CF-8135-4587-AFD3-00DCE6F5AEA4}">
      <dgm:prSet/>
      <dgm:spPr/>
    </dgm:pt>
    <dgm:pt modelId="{B2E152C2-4035-4CA6-A716-97A2D036E4D8}" type="parTrans" cxnId="{73127842-CEAA-40EF-9B01-CB19F3373290}">
      <dgm:prSet/>
      <dgm:spPr/>
      <dgm:t>
        <a:bodyPr/>
        <a:lstStyle/>
        <a:p>
          <a:endParaRPr lang="en-IN"/>
        </a:p>
      </dgm:t>
    </dgm:pt>
    <dgm:pt modelId="{95078E64-895A-4BD9-95A3-856E618374C5}" type="sibTrans" cxnId="{73127842-CEAA-40EF-9B01-CB19F3373290}">
      <dgm:prSet/>
      <dgm:spPr/>
      <dgm:t>
        <a:bodyPr/>
        <a:lstStyle/>
        <a:p>
          <a:endParaRPr lang="en-IN"/>
        </a:p>
      </dgm:t>
    </dgm:pt>
    <dgm:pt modelId="{1020CEB0-45F2-409C-929D-CA3C5AB6F4EB}">
      <dgm:prSet custT="1"/>
      <dgm:spPr/>
      <dgm:t>
        <a:bodyPr/>
        <a:lstStyle/>
        <a:p>
          <a:r>
            <a:rPr lang="en-IN" sz="1400" b="1" u="sng" dirty="0" err="1"/>
            <a:t>AuthSUserRepository</a:t>
          </a:r>
          <a:endParaRPr lang="en-IN" sz="1400" b="1" u="sng" dirty="0"/>
        </a:p>
        <a:p>
          <a:r>
            <a:rPr lang="en-IN" sz="1400" dirty="0" err="1"/>
            <a:t>findUserByUsername</a:t>
          </a:r>
          <a:r>
            <a:rPr lang="en-IN" sz="1400" dirty="0"/>
            <a:t>()</a:t>
          </a:r>
        </a:p>
        <a:p>
          <a:r>
            <a:rPr lang="en-IN" sz="1400" dirty="0" err="1"/>
            <a:t>saveUser</a:t>
          </a:r>
          <a:r>
            <a:rPr lang="en-IN" sz="1400" dirty="0"/>
            <a:t>()</a:t>
          </a:r>
        </a:p>
        <a:p>
          <a:r>
            <a:rPr lang="en-IN" sz="1400" dirty="0" err="1"/>
            <a:t>updateUser</a:t>
          </a:r>
          <a:r>
            <a:rPr lang="en-IN" sz="1400" dirty="0"/>
            <a:t>()</a:t>
          </a:r>
          <a:r>
            <a:rPr lang="en-IN" sz="1400" b="1" dirty="0" err="1"/>
            <a:t>ervice</a:t>
          </a:r>
          <a:endParaRPr lang="en-IN" sz="1400" b="1" dirty="0"/>
        </a:p>
      </dgm:t>
    </dgm:pt>
    <dgm:pt modelId="{47059C31-4944-48AB-9EE4-618AE651A3C3}" type="parTrans" cxnId="{EBF39893-D54F-44A3-B53D-D79F6F3BD870}">
      <dgm:prSet/>
      <dgm:spPr/>
      <dgm:t>
        <a:bodyPr/>
        <a:lstStyle/>
        <a:p>
          <a:endParaRPr lang="en-IN"/>
        </a:p>
      </dgm:t>
    </dgm:pt>
    <dgm:pt modelId="{6A28CA2A-4758-429F-B955-88013BFC9062}" type="sibTrans" cxnId="{EBF39893-D54F-44A3-B53D-D79F6F3BD870}">
      <dgm:prSet/>
      <dgm:spPr/>
      <dgm:t>
        <a:bodyPr/>
        <a:lstStyle/>
        <a:p>
          <a:endParaRPr lang="en-IN"/>
        </a:p>
      </dgm:t>
    </dgm:pt>
    <dgm:pt modelId="{D43FFEE7-AF10-456F-A109-9F6EA38C6F8A}">
      <dgm:prSet/>
      <dgm:spPr/>
    </dgm:pt>
    <dgm:pt modelId="{3EB75C23-B7AA-486F-9A40-EC63A2936A6B}" type="parTrans" cxnId="{5C6F2969-33EE-43CA-B8F8-3FF7A6EC8050}">
      <dgm:prSet/>
      <dgm:spPr/>
      <dgm:t>
        <a:bodyPr/>
        <a:lstStyle/>
        <a:p>
          <a:endParaRPr lang="en-IN"/>
        </a:p>
      </dgm:t>
    </dgm:pt>
    <dgm:pt modelId="{424C54CA-9E51-4889-9973-994F1701D6F6}" type="sibTrans" cxnId="{5C6F2969-33EE-43CA-B8F8-3FF7A6EC8050}">
      <dgm:prSet/>
      <dgm:spPr/>
      <dgm:t>
        <a:bodyPr/>
        <a:lstStyle/>
        <a:p>
          <a:endParaRPr lang="en-IN"/>
        </a:p>
      </dgm:t>
    </dgm:pt>
    <dgm:pt modelId="{75A184B8-6346-44AF-9BD3-20432B32E772}">
      <dgm:prSet/>
      <dgm:spPr/>
    </dgm:pt>
    <dgm:pt modelId="{539491A7-524D-454E-AB7D-D2E255B265AE}" type="parTrans" cxnId="{C00E20B7-7ACC-4310-B616-0757BF04EAE0}">
      <dgm:prSet/>
      <dgm:spPr/>
      <dgm:t>
        <a:bodyPr/>
        <a:lstStyle/>
        <a:p>
          <a:endParaRPr lang="en-IN"/>
        </a:p>
      </dgm:t>
    </dgm:pt>
    <dgm:pt modelId="{E8AADE96-06AE-442B-A98A-2CC65BE6EB15}" type="sibTrans" cxnId="{C00E20B7-7ACC-4310-B616-0757BF04EAE0}">
      <dgm:prSet/>
      <dgm:spPr/>
      <dgm:t>
        <a:bodyPr/>
        <a:lstStyle/>
        <a:p>
          <a:endParaRPr lang="en-IN"/>
        </a:p>
      </dgm:t>
    </dgm:pt>
    <dgm:pt modelId="{9B0CD391-25BC-435B-9106-6C074B5038C1}">
      <dgm:prSet/>
      <dgm:spPr/>
    </dgm:pt>
    <dgm:pt modelId="{E028A5C7-37A6-46F6-B814-B849E2D92093}" type="parTrans" cxnId="{96C5A803-F504-4097-9418-A90B53925AFB}">
      <dgm:prSet/>
      <dgm:spPr/>
      <dgm:t>
        <a:bodyPr/>
        <a:lstStyle/>
        <a:p>
          <a:endParaRPr lang="en-IN"/>
        </a:p>
      </dgm:t>
    </dgm:pt>
    <dgm:pt modelId="{99A822CD-8481-4D8B-9580-67925101B32C}" type="sibTrans" cxnId="{96C5A803-F504-4097-9418-A90B53925AFB}">
      <dgm:prSet/>
      <dgm:spPr/>
      <dgm:t>
        <a:bodyPr/>
        <a:lstStyle/>
        <a:p>
          <a:endParaRPr lang="en-IN"/>
        </a:p>
      </dgm:t>
    </dgm:pt>
    <dgm:pt modelId="{0D71D985-71EC-48D0-BA5B-E3451B4F46BB}">
      <dgm:prSet/>
      <dgm:spPr/>
    </dgm:pt>
    <dgm:pt modelId="{C3023F60-7134-4F81-A35F-41CD0888D084}" type="parTrans" cxnId="{4464931F-ED13-4254-9693-0C11EB42F6D1}">
      <dgm:prSet/>
      <dgm:spPr/>
      <dgm:t>
        <a:bodyPr/>
        <a:lstStyle/>
        <a:p>
          <a:endParaRPr lang="en-IN"/>
        </a:p>
      </dgm:t>
    </dgm:pt>
    <dgm:pt modelId="{FFA3A904-6743-476D-B651-34C478FBA3D4}" type="sibTrans" cxnId="{4464931F-ED13-4254-9693-0C11EB42F6D1}">
      <dgm:prSet/>
      <dgm:spPr/>
      <dgm:t>
        <a:bodyPr/>
        <a:lstStyle/>
        <a:p>
          <a:endParaRPr lang="en-IN"/>
        </a:p>
      </dgm:t>
    </dgm:pt>
    <dgm:pt modelId="{6AF97372-0684-4AC0-845D-F31E3386AFD5}" type="pres">
      <dgm:prSet presAssocID="{3F9B1524-A935-4427-B73A-D8789F14B807}" presName="matrix" presStyleCnt="0">
        <dgm:presLayoutVars>
          <dgm:chMax val="1"/>
          <dgm:dir/>
          <dgm:resizeHandles val="exact"/>
        </dgm:presLayoutVars>
      </dgm:prSet>
      <dgm:spPr/>
    </dgm:pt>
    <dgm:pt modelId="{EB8BE60D-DD57-4531-838B-89B4BBC5F75F}" type="pres">
      <dgm:prSet presAssocID="{3F9B1524-A935-4427-B73A-D8789F14B807}" presName="diamond" presStyleLbl="bgShp" presStyleIdx="0" presStyleCnt="1"/>
      <dgm:spPr/>
    </dgm:pt>
    <dgm:pt modelId="{999EFB50-5B86-40F7-9C96-DBE792386C60}" type="pres">
      <dgm:prSet presAssocID="{3F9B1524-A935-4427-B73A-D8789F14B807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275CB5B7-E08B-4931-B05A-24B41B33D61A}" type="pres">
      <dgm:prSet presAssocID="{3F9B1524-A935-4427-B73A-D8789F14B807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0ED6893-2654-4BBB-81F5-0F7391A4BCF3}" type="pres">
      <dgm:prSet presAssocID="{3F9B1524-A935-4427-B73A-D8789F14B807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41832012-4018-44C2-A693-CB3503949673}" type="pres">
      <dgm:prSet presAssocID="{3F9B1524-A935-4427-B73A-D8789F14B807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96C5A803-F504-4097-9418-A90B53925AFB}" srcId="{3F9B1524-A935-4427-B73A-D8789F14B807}" destId="{9B0CD391-25BC-435B-9106-6C074B5038C1}" srcOrd="6" destOrd="0" parTransId="{E028A5C7-37A6-46F6-B814-B849E2D92093}" sibTransId="{99A822CD-8481-4D8B-9580-67925101B32C}"/>
    <dgm:cxn modelId="{6AB8BD0C-934B-49B6-A5D0-7149DBDC6CB8}" srcId="{3F9B1524-A935-4427-B73A-D8789F14B807}" destId="{4AF75903-F11C-4DE2-9D79-EBB57DBC96F3}" srcOrd="12" destOrd="0" parTransId="{C2697D14-AC5E-45B4-A7CF-8B637D81F0E5}" sibTransId="{F90D2AAC-2382-4C71-AB26-C78E3CF6284C}"/>
    <dgm:cxn modelId="{1E65DA1D-0C56-48EE-965D-F89199AA8D37}" srcId="{3F9B1524-A935-4427-B73A-D8789F14B807}" destId="{AAA8E0FD-D3F5-4278-873C-3E8B4A292914}" srcOrd="2" destOrd="0" parTransId="{402D6BB4-3699-4A66-BC6B-CB79E91F191E}" sibTransId="{19BFDD8A-93A2-46D2-B792-D6FB659229A8}"/>
    <dgm:cxn modelId="{4464931F-ED13-4254-9693-0C11EB42F6D1}" srcId="{3F9B1524-A935-4427-B73A-D8789F14B807}" destId="{0D71D985-71EC-48D0-BA5B-E3451B4F46BB}" srcOrd="7" destOrd="0" parTransId="{C3023F60-7134-4F81-A35F-41CD0888D084}" sibTransId="{FFA3A904-6743-476D-B651-34C478FBA3D4}"/>
    <dgm:cxn modelId="{FA98EA21-8CD0-4F4D-97B1-3BCA95BB9057}" srcId="{3F9B1524-A935-4427-B73A-D8789F14B807}" destId="{FF6FC483-51F0-4427-B70D-C942B8C3746A}" srcOrd="1" destOrd="0" parTransId="{A7EB9B97-5FEA-4E72-86E8-88230DB55EA5}" sibTransId="{CC0CBCB9-CE69-48F5-B48E-17067FDD857B}"/>
    <dgm:cxn modelId="{D3243834-A4D4-44D0-A4E0-9A464CC20593}" type="presOf" srcId="{AAA8E0FD-D3F5-4278-873C-3E8B4A292914}" destId="{80ED6893-2654-4BBB-81F5-0F7391A4BCF3}" srcOrd="0" destOrd="0" presId="urn:microsoft.com/office/officeart/2005/8/layout/matrix3"/>
    <dgm:cxn modelId="{73127842-CEAA-40EF-9B01-CB19F3373290}" srcId="{3F9B1524-A935-4427-B73A-D8789F14B807}" destId="{A3C549CF-8135-4587-AFD3-00DCE6F5AEA4}" srcOrd="11" destOrd="0" parTransId="{B2E152C2-4035-4CA6-A716-97A2D036E4D8}" sibTransId="{95078E64-895A-4BD9-95A3-856E618374C5}"/>
    <dgm:cxn modelId="{5C6F2969-33EE-43CA-B8F8-3FF7A6EC8050}" srcId="{3F9B1524-A935-4427-B73A-D8789F14B807}" destId="{D43FFEE7-AF10-456F-A109-9F6EA38C6F8A}" srcOrd="4" destOrd="0" parTransId="{3EB75C23-B7AA-486F-9A40-EC63A2936A6B}" sibTransId="{424C54CA-9E51-4889-9973-994F1701D6F6}"/>
    <dgm:cxn modelId="{72FE6B4E-C734-45FE-8458-4CEE1EBB27D4}" srcId="{3F9B1524-A935-4427-B73A-D8789F14B807}" destId="{AC77E41E-C112-4AE8-8EA6-D234107BB5AD}" srcOrd="13" destOrd="0" parTransId="{65DC797A-AF2C-427B-9095-1D89DC30BB66}" sibTransId="{276461B4-C78C-47FA-B19A-47135E16ADB0}"/>
    <dgm:cxn modelId="{EBF39893-D54F-44A3-B53D-D79F6F3BD870}" srcId="{3F9B1524-A935-4427-B73A-D8789F14B807}" destId="{1020CEB0-45F2-409C-929D-CA3C5AB6F4EB}" srcOrd="3" destOrd="0" parTransId="{47059C31-4944-48AB-9EE4-618AE651A3C3}" sibTransId="{6A28CA2A-4758-429F-B955-88013BFC9062}"/>
    <dgm:cxn modelId="{6B54469B-9E86-4384-AC3B-2E00A4A93C96}" srcId="{3F9B1524-A935-4427-B73A-D8789F14B807}" destId="{BE227ECD-A994-45EA-8157-1A7617B5A009}" srcOrd="10" destOrd="0" parTransId="{291E927E-21EB-4680-B622-694F43B5E946}" sibTransId="{F286D9C1-D2D5-455A-8433-B2BF6452CEBF}"/>
    <dgm:cxn modelId="{C00E20B7-7ACC-4310-B616-0757BF04EAE0}" srcId="{3F9B1524-A935-4427-B73A-D8789F14B807}" destId="{75A184B8-6346-44AF-9BD3-20432B32E772}" srcOrd="5" destOrd="0" parTransId="{539491A7-524D-454E-AB7D-D2E255B265AE}" sibTransId="{E8AADE96-06AE-442B-A98A-2CC65BE6EB15}"/>
    <dgm:cxn modelId="{5D25A0B9-E12F-4182-8C45-CD65B41710F9}" srcId="{3F9B1524-A935-4427-B73A-D8789F14B807}" destId="{5ECF97CE-35A2-4583-B15F-9E517C2E3E23}" srcOrd="0" destOrd="0" parTransId="{580AB579-1A7C-466D-B340-85B5718DAB26}" sibTransId="{733080D3-1DC3-4461-B02F-E804AD8D4B42}"/>
    <dgm:cxn modelId="{17DE27D3-D26F-45DD-A63F-6FF097AAEA4A}" type="presOf" srcId="{FF6FC483-51F0-4427-B70D-C942B8C3746A}" destId="{275CB5B7-E08B-4931-B05A-24B41B33D61A}" srcOrd="0" destOrd="0" presId="urn:microsoft.com/office/officeart/2005/8/layout/matrix3"/>
    <dgm:cxn modelId="{AEB8CAD6-53DF-4D57-A665-46115B1D8AC6}" srcId="{3F9B1524-A935-4427-B73A-D8789F14B807}" destId="{CD94B846-6CCE-452B-A278-C61501B13A8D}" srcOrd="8" destOrd="0" parTransId="{BBDAB7F3-BCA7-4DF6-831B-47CF44F0D9F1}" sibTransId="{C4F7E93E-05DB-4A96-A735-23C6D1DAA8A5}"/>
    <dgm:cxn modelId="{F261D0E0-32EF-4DB2-B7AC-BFF641032AAF}" type="presOf" srcId="{3F9B1524-A935-4427-B73A-D8789F14B807}" destId="{6AF97372-0684-4AC0-845D-F31E3386AFD5}" srcOrd="0" destOrd="0" presId="urn:microsoft.com/office/officeart/2005/8/layout/matrix3"/>
    <dgm:cxn modelId="{6A7908E6-1831-442F-BD58-4A2DDF365C86}" srcId="{3F9B1524-A935-4427-B73A-D8789F14B807}" destId="{AEFA478C-6044-4518-8F68-3DA4B3870F39}" srcOrd="9" destOrd="0" parTransId="{21AA679C-908C-4FE9-BEAC-0B73713A1AD7}" sibTransId="{E576D662-A9EE-41D4-B825-EDF9DC3D9671}"/>
    <dgm:cxn modelId="{0D58ACE9-44F4-4287-A24E-3DC98056E03F}" type="presOf" srcId="{5ECF97CE-35A2-4583-B15F-9E517C2E3E23}" destId="{999EFB50-5B86-40F7-9C96-DBE792386C60}" srcOrd="0" destOrd="0" presId="urn:microsoft.com/office/officeart/2005/8/layout/matrix3"/>
    <dgm:cxn modelId="{1757EAF4-F556-48F9-9999-C27618F9517C}" type="presOf" srcId="{1020CEB0-45F2-409C-929D-CA3C5AB6F4EB}" destId="{41832012-4018-44C2-A693-CB3503949673}" srcOrd="0" destOrd="0" presId="urn:microsoft.com/office/officeart/2005/8/layout/matrix3"/>
    <dgm:cxn modelId="{EDF5AD87-0072-4BE2-A3F0-DD480D0A1551}" type="presParOf" srcId="{6AF97372-0684-4AC0-845D-F31E3386AFD5}" destId="{EB8BE60D-DD57-4531-838B-89B4BBC5F75F}" srcOrd="0" destOrd="0" presId="urn:microsoft.com/office/officeart/2005/8/layout/matrix3"/>
    <dgm:cxn modelId="{C7181D17-75E4-42F1-BD7A-39FBC16A1726}" type="presParOf" srcId="{6AF97372-0684-4AC0-845D-F31E3386AFD5}" destId="{999EFB50-5B86-40F7-9C96-DBE792386C60}" srcOrd="1" destOrd="0" presId="urn:microsoft.com/office/officeart/2005/8/layout/matrix3"/>
    <dgm:cxn modelId="{36037232-8AD1-4414-AE4A-19B50C50339A}" type="presParOf" srcId="{6AF97372-0684-4AC0-845D-F31E3386AFD5}" destId="{275CB5B7-E08B-4931-B05A-24B41B33D61A}" srcOrd="2" destOrd="0" presId="urn:microsoft.com/office/officeart/2005/8/layout/matrix3"/>
    <dgm:cxn modelId="{54A7B42D-59D1-40C8-BEF2-1B315248AB5D}" type="presParOf" srcId="{6AF97372-0684-4AC0-845D-F31E3386AFD5}" destId="{80ED6893-2654-4BBB-81F5-0F7391A4BCF3}" srcOrd="3" destOrd="0" presId="urn:microsoft.com/office/officeart/2005/8/layout/matrix3"/>
    <dgm:cxn modelId="{C271FF52-8BD0-4AE1-8B32-EA3AB79470DA}" type="presParOf" srcId="{6AF97372-0684-4AC0-845D-F31E3386AFD5}" destId="{41832012-4018-44C2-A693-CB3503949673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C8A19A-5B4C-4D9C-A073-47D53932D0AF}">
      <dsp:nvSpPr>
        <dsp:cNvPr id="0" name=""/>
        <dsp:cNvSpPr/>
      </dsp:nvSpPr>
      <dsp:spPr>
        <a:xfrm>
          <a:off x="6889" y="401359"/>
          <a:ext cx="888356" cy="8883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3FB9A5-A94A-4B9E-8875-1B2F905155E4}">
      <dsp:nvSpPr>
        <dsp:cNvPr id="0" name=""/>
        <dsp:cNvSpPr/>
      </dsp:nvSpPr>
      <dsp:spPr>
        <a:xfrm>
          <a:off x="193444" y="587914"/>
          <a:ext cx="515246" cy="5152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F09B06-FDF4-4575-82B8-EA29B338295B}">
      <dsp:nvSpPr>
        <dsp:cNvPr id="0" name=""/>
        <dsp:cNvSpPr/>
      </dsp:nvSpPr>
      <dsp:spPr>
        <a:xfrm>
          <a:off x="1085607" y="401359"/>
          <a:ext cx="2093982" cy="88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Appliances operate </a:t>
          </a:r>
          <a:r>
            <a:rPr lang="en-US" sz="1700" b="1" i="0" kern="1200" baseline="0"/>
            <a:t>manually</a:t>
          </a:r>
          <a:r>
            <a:rPr lang="en-US" sz="1700" b="0" i="0" kern="1200" baseline="0"/>
            <a:t>, no remote control</a:t>
          </a:r>
          <a:endParaRPr lang="en-US" sz="1700" kern="1200"/>
        </a:p>
      </dsp:txBody>
      <dsp:txXfrm>
        <a:off x="1085607" y="401359"/>
        <a:ext cx="2093982" cy="888356"/>
      </dsp:txXfrm>
    </dsp:sp>
    <dsp:sp modelId="{C97E7349-676B-4A36-996F-496618A504F3}">
      <dsp:nvSpPr>
        <dsp:cNvPr id="0" name=""/>
        <dsp:cNvSpPr/>
      </dsp:nvSpPr>
      <dsp:spPr>
        <a:xfrm>
          <a:off x="3544449" y="401359"/>
          <a:ext cx="888356" cy="8883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5AFED9-01BE-4017-A518-5881F17CD26A}">
      <dsp:nvSpPr>
        <dsp:cNvPr id="0" name=""/>
        <dsp:cNvSpPr/>
      </dsp:nvSpPr>
      <dsp:spPr>
        <a:xfrm>
          <a:off x="3731004" y="587914"/>
          <a:ext cx="515246" cy="5152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530080-3053-42DE-BF9E-8C553F0EBDDB}">
      <dsp:nvSpPr>
        <dsp:cNvPr id="0" name=""/>
        <dsp:cNvSpPr/>
      </dsp:nvSpPr>
      <dsp:spPr>
        <a:xfrm>
          <a:off x="4623167" y="401359"/>
          <a:ext cx="2093982" cy="88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Users </a:t>
          </a:r>
          <a:r>
            <a:rPr lang="en-US" sz="1700" b="1" i="0" kern="1200" baseline="0"/>
            <a:t>cannot view</a:t>
          </a:r>
          <a:r>
            <a:rPr lang="en-US" sz="1700" b="0" i="0" kern="1200" baseline="0"/>
            <a:t> which device consumes how much power</a:t>
          </a:r>
          <a:endParaRPr lang="en-US" sz="1700" kern="1200"/>
        </a:p>
      </dsp:txBody>
      <dsp:txXfrm>
        <a:off x="4623167" y="401359"/>
        <a:ext cx="2093982" cy="888356"/>
      </dsp:txXfrm>
    </dsp:sp>
    <dsp:sp modelId="{1BB43B6A-E1EA-4F9A-9D66-26933CD5D8C5}">
      <dsp:nvSpPr>
        <dsp:cNvPr id="0" name=""/>
        <dsp:cNvSpPr/>
      </dsp:nvSpPr>
      <dsp:spPr>
        <a:xfrm>
          <a:off x="7082010" y="401359"/>
          <a:ext cx="888356" cy="8883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F3610E-0C9C-4A84-B2AC-CD4FA93C9F5F}">
      <dsp:nvSpPr>
        <dsp:cNvPr id="0" name=""/>
        <dsp:cNvSpPr/>
      </dsp:nvSpPr>
      <dsp:spPr>
        <a:xfrm>
          <a:off x="7268565" y="587914"/>
          <a:ext cx="515246" cy="51524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0BF54-077C-43F5-8994-312E3C4DB7C4}">
      <dsp:nvSpPr>
        <dsp:cNvPr id="0" name=""/>
        <dsp:cNvSpPr/>
      </dsp:nvSpPr>
      <dsp:spPr>
        <a:xfrm>
          <a:off x="8160728" y="401359"/>
          <a:ext cx="2093982" cy="88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Energy consumption is revealed </a:t>
          </a:r>
          <a:r>
            <a:rPr lang="en-US" sz="1700" b="1" i="0" kern="1200" baseline="0"/>
            <a:t>only in monthly bill</a:t>
          </a:r>
          <a:endParaRPr lang="en-US" sz="1700" kern="1200"/>
        </a:p>
      </dsp:txBody>
      <dsp:txXfrm>
        <a:off x="8160728" y="401359"/>
        <a:ext cx="2093982" cy="888356"/>
      </dsp:txXfrm>
    </dsp:sp>
    <dsp:sp modelId="{AEB55314-8FE2-4C86-94C9-EB11BF8AC43A}">
      <dsp:nvSpPr>
        <dsp:cNvPr id="0" name=""/>
        <dsp:cNvSpPr/>
      </dsp:nvSpPr>
      <dsp:spPr>
        <a:xfrm>
          <a:off x="6889" y="1818032"/>
          <a:ext cx="888356" cy="8883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F30D89-3F2B-46D5-BD3D-7FAF8CAA6FB8}">
      <dsp:nvSpPr>
        <dsp:cNvPr id="0" name=""/>
        <dsp:cNvSpPr/>
      </dsp:nvSpPr>
      <dsp:spPr>
        <a:xfrm>
          <a:off x="193444" y="2004587"/>
          <a:ext cx="515246" cy="51524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2DE9BF-F835-4175-977E-10C41FF4D12B}">
      <dsp:nvSpPr>
        <dsp:cNvPr id="0" name=""/>
        <dsp:cNvSpPr/>
      </dsp:nvSpPr>
      <dsp:spPr>
        <a:xfrm>
          <a:off x="1085607" y="1818032"/>
          <a:ext cx="2093982" cy="88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Difficult to </a:t>
          </a:r>
          <a:r>
            <a:rPr lang="en-US" sz="1700" b="1" i="0" kern="1200" baseline="0"/>
            <a:t>identify high-power-consuming devices</a:t>
          </a:r>
          <a:endParaRPr lang="en-US" sz="1700" kern="1200"/>
        </a:p>
      </dsp:txBody>
      <dsp:txXfrm>
        <a:off x="1085607" y="1818032"/>
        <a:ext cx="2093982" cy="888356"/>
      </dsp:txXfrm>
    </dsp:sp>
    <dsp:sp modelId="{AAAB239C-75EB-46A7-AC88-862F72D24143}">
      <dsp:nvSpPr>
        <dsp:cNvPr id="0" name=""/>
        <dsp:cNvSpPr/>
      </dsp:nvSpPr>
      <dsp:spPr>
        <a:xfrm>
          <a:off x="3544449" y="1818032"/>
          <a:ext cx="888356" cy="8883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1B1B4-84FE-48A2-B8A0-D5DD36714B62}">
      <dsp:nvSpPr>
        <dsp:cNvPr id="0" name=""/>
        <dsp:cNvSpPr/>
      </dsp:nvSpPr>
      <dsp:spPr>
        <a:xfrm>
          <a:off x="3731004" y="2004587"/>
          <a:ext cx="515246" cy="51524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C74415-A47D-4C93-9BE6-EA7EDD76D29F}">
      <dsp:nvSpPr>
        <dsp:cNvPr id="0" name=""/>
        <dsp:cNvSpPr/>
      </dsp:nvSpPr>
      <dsp:spPr>
        <a:xfrm>
          <a:off x="4623167" y="1818032"/>
          <a:ext cx="2093982" cy="88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No </a:t>
          </a:r>
          <a:r>
            <a:rPr lang="en-US" sz="1700" b="1" i="0" kern="1200" baseline="0"/>
            <a:t>alerts</a:t>
          </a:r>
          <a:r>
            <a:rPr lang="en-US" sz="1700" b="0" i="0" kern="1200" baseline="0"/>
            <a:t> for over-usage or unattended appliances</a:t>
          </a:r>
          <a:endParaRPr lang="en-US" sz="1700" kern="1200"/>
        </a:p>
      </dsp:txBody>
      <dsp:txXfrm>
        <a:off x="4623167" y="1818032"/>
        <a:ext cx="2093982" cy="888356"/>
      </dsp:txXfrm>
    </dsp:sp>
    <dsp:sp modelId="{BF1C1B9E-0A82-4F27-96B5-691EB9E610FD}">
      <dsp:nvSpPr>
        <dsp:cNvPr id="0" name=""/>
        <dsp:cNvSpPr/>
      </dsp:nvSpPr>
      <dsp:spPr>
        <a:xfrm>
          <a:off x="7082010" y="1818032"/>
          <a:ext cx="888356" cy="888356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BE5995-89C4-440A-AFD5-1753C07ED002}">
      <dsp:nvSpPr>
        <dsp:cNvPr id="0" name=""/>
        <dsp:cNvSpPr/>
      </dsp:nvSpPr>
      <dsp:spPr>
        <a:xfrm>
          <a:off x="7268565" y="2004587"/>
          <a:ext cx="515246" cy="515246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EAA880-911A-4C30-97C6-C1DD9162EC21}">
      <dsp:nvSpPr>
        <dsp:cNvPr id="0" name=""/>
        <dsp:cNvSpPr/>
      </dsp:nvSpPr>
      <dsp:spPr>
        <a:xfrm>
          <a:off x="8160728" y="1818032"/>
          <a:ext cx="2093982" cy="8883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Leads to </a:t>
          </a:r>
          <a:r>
            <a:rPr lang="en-US" sz="1700" b="1" i="0" kern="1200" baseline="0"/>
            <a:t>energy wastage</a:t>
          </a:r>
          <a:r>
            <a:rPr lang="en-US" sz="1700" b="0" i="0" kern="1200" baseline="0"/>
            <a:t> and </a:t>
          </a:r>
          <a:r>
            <a:rPr lang="en-US" sz="1700" b="1" i="0" kern="1200" baseline="0"/>
            <a:t>higher electricity bills</a:t>
          </a:r>
          <a:endParaRPr lang="en-US" sz="1700" kern="1200"/>
        </a:p>
      </dsp:txBody>
      <dsp:txXfrm>
        <a:off x="8160728" y="1818032"/>
        <a:ext cx="2093982" cy="8883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31993F-6016-4DBC-8093-54F5081E7C6A}">
      <dsp:nvSpPr>
        <dsp:cNvPr id="0" name=""/>
        <dsp:cNvSpPr/>
      </dsp:nvSpPr>
      <dsp:spPr>
        <a:xfrm>
          <a:off x="4680088" y="786200"/>
          <a:ext cx="2264917" cy="359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851"/>
              </a:lnTo>
              <a:lnTo>
                <a:pt x="2264917" y="244851"/>
              </a:lnTo>
              <a:lnTo>
                <a:pt x="2264917" y="35929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5E053C8-77AF-42E0-95D8-A02E4DF13726}">
      <dsp:nvSpPr>
        <dsp:cNvPr id="0" name=""/>
        <dsp:cNvSpPr/>
      </dsp:nvSpPr>
      <dsp:spPr>
        <a:xfrm>
          <a:off x="4680088" y="786200"/>
          <a:ext cx="754972" cy="3592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4851"/>
              </a:lnTo>
              <a:lnTo>
                <a:pt x="754972" y="244851"/>
              </a:lnTo>
              <a:lnTo>
                <a:pt x="754972" y="35929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635326-C010-4191-BAEC-7B722B9A7D61}">
      <dsp:nvSpPr>
        <dsp:cNvPr id="0" name=""/>
        <dsp:cNvSpPr/>
      </dsp:nvSpPr>
      <dsp:spPr>
        <a:xfrm>
          <a:off x="3925115" y="786200"/>
          <a:ext cx="754972" cy="359298"/>
        </a:xfrm>
        <a:custGeom>
          <a:avLst/>
          <a:gdLst/>
          <a:ahLst/>
          <a:cxnLst/>
          <a:rect l="0" t="0" r="0" b="0"/>
          <a:pathLst>
            <a:path>
              <a:moveTo>
                <a:pt x="754972" y="0"/>
              </a:moveTo>
              <a:lnTo>
                <a:pt x="754972" y="244851"/>
              </a:lnTo>
              <a:lnTo>
                <a:pt x="0" y="244851"/>
              </a:lnTo>
              <a:lnTo>
                <a:pt x="0" y="35929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4239D4-4EB7-4667-B2F4-38B4596516E9}">
      <dsp:nvSpPr>
        <dsp:cNvPr id="0" name=""/>
        <dsp:cNvSpPr/>
      </dsp:nvSpPr>
      <dsp:spPr>
        <a:xfrm>
          <a:off x="2415170" y="786200"/>
          <a:ext cx="2264917" cy="359298"/>
        </a:xfrm>
        <a:custGeom>
          <a:avLst/>
          <a:gdLst/>
          <a:ahLst/>
          <a:cxnLst/>
          <a:rect l="0" t="0" r="0" b="0"/>
          <a:pathLst>
            <a:path>
              <a:moveTo>
                <a:pt x="2264917" y="0"/>
              </a:moveTo>
              <a:lnTo>
                <a:pt x="2264917" y="244851"/>
              </a:lnTo>
              <a:lnTo>
                <a:pt x="0" y="244851"/>
              </a:lnTo>
              <a:lnTo>
                <a:pt x="0" y="359298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14334E-A182-4086-826F-7D2F49727104}">
      <dsp:nvSpPr>
        <dsp:cNvPr id="0" name=""/>
        <dsp:cNvSpPr/>
      </dsp:nvSpPr>
      <dsp:spPr>
        <a:xfrm>
          <a:off x="4062383" y="1714"/>
          <a:ext cx="1235409" cy="78448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446719-92ED-47C0-8E29-C0E06BFD980C}">
      <dsp:nvSpPr>
        <dsp:cNvPr id="0" name=""/>
        <dsp:cNvSpPr/>
      </dsp:nvSpPr>
      <dsp:spPr>
        <a:xfrm>
          <a:off x="4199651" y="132119"/>
          <a:ext cx="1235409" cy="7844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Modules</a:t>
          </a:r>
          <a:endParaRPr lang="en-US" sz="1400" kern="1200"/>
        </a:p>
      </dsp:txBody>
      <dsp:txXfrm>
        <a:off x="4222628" y="155096"/>
        <a:ext cx="1189455" cy="738531"/>
      </dsp:txXfrm>
    </dsp:sp>
    <dsp:sp modelId="{C4B6B5C8-6F1E-48D8-AC91-C5220658539C}">
      <dsp:nvSpPr>
        <dsp:cNvPr id="0" name=""/>
        <dsp:cNvSpPr/>
      </dsp:nvSpPr>
      <dsp:spPr>
        <a:xfrm>
          <a:off x="1797465" y="1145498"/>
          <a:ext cx="1235409" cy="7844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EDD2E1-EF7B-4671-B44C-7282B76674F9}">
      <dsp:nvSpPr>
        <dsp:cNvPr id="0" name=""/>
        <dsp:cNvSpPr/>
      </dsp:nvSpPr>
      <dsp:spPr>
        <a:xfrm>
          <a:off x="1934733" y="1275902"/>
          <a:ext cx="1235409" cy="7844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Authentication &amp; Role Management</a:t>
          </a:r>
        </a:p>
      </dsp:txBody>
      <dsp:txXfrm>
        <a:off x="1957710" y="1298879"/>
        <a:ext cx="1189455" cy="738531"/>
      </dsp:txXfrm>
    </dsp:sp>
    <dsp:sp modelId="{B2344C83-9960-4285-8FD4-6A6D1F00F30F}">
      <dsp:nvSpPr>
        <dsp:cNvPr id="0" name=""/>
        <dsp:cNvSpPr/>
      </dsp:nvSpPr>
      <dsp:spPr>
        <a:xfrm>
          <a:off x="3307410" y="1145498"/>
          <a:ext cx="1235409" cy="7844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70DE4B-8F49-486B-86B8-ADD22DEF187D}">
      <dsp:nvSpPr>
        <dsp:cNvPr id="0" name=""/>
        <dsp:cNvSpPr/>
      </dsp:nvSpPr>
      <dsp:spPr>
        <a:xfrm>
          <a:off x="3444678" y="1275902"/>
          <a:ext cx="1235409" cy="7844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Smart Device Management </a:t>
          </a:r>
        </a:p>
      </dsp:txBody>
      <dsp:txXfrm>
        <a:off x="3467655" y="1298879"/>
        <a:ext cx="1189455" cy="738531"/>
      </dsp:txXfrm>
    </dsp:sp>
    <dsp:sp modelId="{F8E65858-7FE1-4973-9561-8744139A4049}">
      <dsp:nvSpPr>
        <dsp:cNvPr id="0" name=""/>
        <dsp:cNvSpPr/>
      </dsp:nvSpPr>
      <dsp:spPr>
        <a:xfrm>
          <a:off x="4817355" y="1145498"/>
          <a:ext cx="1235409" cy="7844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33B091-8209-4474-9BE5-B3773D6026EE}">
      <dsp:nvSpPr>
        <dsp:cNvPr id="0" name=""/>
        <dsp:cNvSpPr/>
      </dsp:nvSpPr>
      <dsp:spPr>
        <a:xfrm>
          <a:off x="4954623" y="1275902"/>
          <a:ext cx="1235409" cy="7844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Real-Time Energy Tracking </a:t>
          </a:r>
        </a:p>
      </dsp:txBody>
      <dsp:txXfrm>
        <a:off x="4977600" y="1298879"/>
        <a:ext cx="1189455" cy="738531"/>
      </dsp:txXfrm>
    </dsp:sp>
    <dsp:sp modelId="{7022CC22-320A-4F6A-979A-B073E3295B3F}">
      <dsp:nvSpPr>
        <dsp:cNvPr id="0" name=""/>
        <dsp:cNvSpPr/>
      </dsp:nvSpPr>
      <dsp:spPr>
        <a:xfrm>
          <a:off x="6327301" y="1145498"/>
          <a:ext cx="1235409" cy="78448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97F749-75AD-41C9-AA5C-5AA5D178423F}">
      <dsp:nvSpPr>
        <dsp:cNvPr id="0" name=""/>
        <dsp:cNvSpPr/>
      </dsp:nvSpPr>
      <dsp:spPr>
        <a:xfrm>
          <a:off x="6464568" y="1275902"/>
          <a:ext cx="1235409" cy="78448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Analytics Dashboard </a:t>
          </a:r>
        </a:p>
      </dsp:txBody>
      <dsp:txXfrm>
        <a:off x="6487545" y="1298879"/>
        <a:ext cx="1189455" cy="7385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C72C810-7A73-4826-A7A1-D3DA831F854A}">
      <dsp:nvSpPr>
        <dsp:cNvPr id="0" name=""/>
        <dsp:cNvSpPr/>
      </dsp:nvSpPr>
      <dsp:spPr>
        <a:xfrm>
          <a:off x="-2329425" y="-360081"/>
          <a:ext cx="2782266" cy="2782266"/>
        </a:xfrm>
        <a:prstGeom prst="blockArc">
          <a:avLst>
            <a:gd name="adj1" fmla="val 18900000"/>
            <a:gd name="adj2" fmla="val 2700000"/>
            <a:gd name="adj3" fmla="val 776"/>
          </a:avLst>
        </a:pr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A9C7E64-E501-46C3-93A6-BB1747B473C4}">
      <dsp:nvSpPr>
        <dsp:cNvPr id="0" name=""/>
        <dsp:cNvSpPr/>
      </dsp:nvSpPr>
      <dsp:spPr>
        <a:xfrm>
          <a:off x="291108" y="206210"/>
          <a:ext cx="6728497" cy="4124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5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200" kern="1200" dirty="0"/>
            <a:t>Smart device monitoring</a:t>
          </a:r>
          <a:endParaRPr lang="en-IN" sz="2200" kern="1200" dirty="0"/>
        </a:p>
      </dsp:txBody>
      <dsp:txXfrm>
        <a:off x="291108" y="206210"/>
        <a:ext cx="6728497" cy="412420"/>
      </dsp:txXfrm>
    </dsp:sp>
    <dsp:sp modelId="{61A6F480-1024-436B-AC28-C1C8B7AAEA3E}">
      <dsp:nvSpPr>
        <dsp:cNvPr id="0" name=""/>
        <dsp:cNvSpPr/>
      </dsp:nvSpPr>
      <dsp:spPr>
        <a:xfrm>
          <a:off x="33345" y="154657"/>
          <a:ext cx="515525" cy="5155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CA2918-1B28-4B76-A5E6-E846F81A0000}">
      <dsp:nvSpPr>
        <dsp:cNvPr id="0" name=""/>
        <dsp:cNvSpPr/>
      </dsp:nvSpPr>
      <dsp:spPr>
        <a:xfrm>
          <a:off x="441023" y="824841"/>
          <a:ext cx="6578582" cy="4124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5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200" kern="1200" dirty="0"/>
            <a:t>Better visibility of energy usage</a:t>
          </a:r>
          <a:endParaRPr lang="en-IN" sz="2200" kern="1200" dirty="0"/>
        </a:p>
      </dsp:txBody>
      <dsp:txXfrm>
        <a:off x="441023" y="824841"/>
        <a:ext cx="6578582" cy="412420"/>
      </dsp:txXfrm>
    </dsp:sp>
    <dsp:sp modelId="{CBC70D33-8793-47E0-A054-51EA0C14B9BB}">
      <dsp:nvSpPr>
        <dsp:cNvPr id="0" name=""/>
        <dsp:cNvSpPr/>
      </dsp:nvSpPr>
      <dsp:spPr>
        <a:xfrm>
          <a:off x="183260" y="773288"/>
          <a:ext cx="515525" cy="5155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0B1407-96A3-4917-AADD-15955439A60B}">
      <dsp:nvSpPr>
        <dsp:cNvPr id="0" name=""/>
        <dsp:cNvSpPr/>
      </dsp:nvSpPr>
      <dsp:spPr>
        <a:xfrm>
          <a:off x="291108" y="1443472"/>
          <a:ext cx="6728497" cy="412420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7359" tIns="55880" rIns="55880" bIns="5588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200" kern="1200" dirty="0"/>
            <a:t>Automated control and alerts</a:t>
          </a:r>
          <a:endParaRPr lang="en-IN" sz="2200" kern="1200" dirty="0"/>
        </a:p>
      </dsp:txBody>
      <dsp:txXfrm>
        <a:off x="291108" y="1443472"/>
        <a:ext cx="6728497" cy="412420"/>
      </dsp:txXfrm>
    </dsp:sp>
    <dsp:sp modelId="{FBAC4C3F-B756-4B28-A2DB-D6CF0AE2129F}">
      <dsp:nvSpPr>
        <dsp:cNvPr id="0" name=""/>
        <dsp:cNvSpPr/>
      </dsp:nvSpPr>
      <dsp:spPr>
        <a:xfrm>
          <a:off x="33345" y="1391919"/>
          <a:ext cx="515525" cy="51552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0044F08-C281-43C5-856E-0D7B169436CA}">
      <dsp:nvSpPr>
        <dsp:cNvPr id="0" name=""/>
        <dsp:cNvSpPr/>
      </dsp:nvSpPr>
      <dsp:spPr>
        <a:xfrm>
          <a:off x="6162" y="397940"/>
          <a:ext cx="1926555" cy="23118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01" tIns="0" rIns="19030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Creating new users</a:t>
          </a:r>
        </a:p>
      </dsp:txBody>
      <dsp:txXfrm>
        <a:off x="6162" y="1322687"/>
        <a:ext cx="1926555" cy="1387119"/>
      </dsp:txXfrm>
    </dsp:sp>
    <dsp:sp modelId="{E20B65F9-0B9F-41AA-958C-CF272B9CECA3}">
      <dsp:nvSpPr>
        <dsp:cNvPr id="0" name=""/>
        <dsp:cNvSpPr/>
      </dsp:nvSpPr>
      <dsp:spPr>
        <a:xfrm>
          <a:off x="6162" y="397940"/>
          <a:ext cx="1926555" cy="924746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01" tIns="165100" rIns="19030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01</a:t>
          </a:r>
        </a:p>
      </dsp:txBody>
      <dsp:txXfrm>
        <a:off x="6162" y="397940"/>
        <a:ext cx="1926555" cy="924746"/>
      </dsp:txXfrm>
    </dsp:sp>
    <dsp:sp modelId="{08E86AC6-BCE0-42CA-B4E1-AA3958625A44}">
      <dsp:nvSpPr>
        <dsp:cNvPr id="0" name=""/>
        <dsp:cNvSpPr/>
      </dsp:nvSpPr>
      <dsp:spPr>
        <a:xfrm>
          <a:off x="2086842" y="397940"/>
          <a:ext cx="1926555" cy="2311866"/>
        </a:xfrm>
        <a:prstGeom prst="rect">
          <a:avLst/>
        </a:prstGeom>
        <a:solidFill>
          <a:schemeClr val="accent2">
            <a:hueOff val="-2587972"/>
            <a:satOff val="11465"/>
            <a:lumOff val="-4216"/>
            <a:alphaOff val="0"/>
          </a:schemeClr>
        </a:solidFill>
        <a:ln w="12700" cap="flat" cmpd="sng" algn="ctr">
          <a:solidFill>
            <a:schemeClr val="accent2">
              <a:hueOff val="-2587972"/>
              <a:satOff val="11465"/>
              <a:lumOff val="-4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01" tIns="0" rIns="19030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Logging in using username &amp; password</a:t>
          </a:r>
        </a:p>
      </dsp:txBody>
      <dsp:txXfrm>
        <a:off x="2086842" y="1322687"/>
        <a:ext cx="1926555" cy="1387119"/>
      </dsp:txXfrm>
    </dsp:sp>
    <dsp:sp modelId="{B15C9652-51D8-434B-9AE5-CA2F2448BE06}">
      <dsp:nvSpPr>
        <dsp:cNvPr id="0" name=""/>
        <dsp:cNvSpPr/>
      </dsp:nvSpPr>
      <dsp:spPr>
        <a:xfrm>
          <a:off x="2086842" y="397940"/>
          <a:ext cx="1926555" cy="924746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01" tIns="165100" rIns="19030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02</a:t>
          </a:r>
        </a:p>
      </dsp:txBody>
      <dsp:txXfrm>
        <a:off x="2086842" y="397940"/>
        <a:ext cx="1926555" cy="924746"/>
      </dsp:txXfrm>
    </dsp:sp>
    <dsp:sp modelId="{A554795E-FB34-4A4F-B822-1BAAD434BAF4}">
      <dsp:nvSpPr>
        <dsp:cNvPr id="0" name=""/>
        <dsp:cNvSpPr/>
      </dsp:nvSpPr>
      <dsp:spPr>
        <a:xfrm>
          <a:off x="4167522" y="397940"/>
          <a:ext cx="1926555" cy="2311866"/>
        </a:xfrm>
        <a:prstGeom prst="rect">
          <a:avLst/>
        </a:prstGeom>
        <a:solidFill>
          <a:schemeClr val="accent2">
            <a:hueOff val="-5175944"/>
            <a:satOff val="22930"/>
            <a:lumOff val="-8432"/>
            <a:alphaOff val="0"/>
          </a:schemeClr>
        </a:solidFill>
        <a:ln w="12700" cap="flat" cmpd="sng" algn="ctr">
          <a:solidFill>
            <a:schemeClr val="accent2">
              <a:hueOff val="-5175944"/>
              <a:satOff val="22930"/>
              <a:lumOff val="-843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01" tIns="0" rIns="19030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Securing user details</a:t>
          </a:r>
        </a:p>
      </dsp:txBody>
      <dsp:txXfrm>
        <a:off x="4167522" y="1322687"/>
        <a:ext cx="1926555" cy="1387119"/>
      </dsp:txXfrm>
    </dsp:sp>
    <dsp:sp modelId="{ADF35B93-6B9F-4F33-A9BE-A6234547691C}">
      <dsp:nvSpPr>
        <dsp:cNvPr id="0" name=""/>
        <dsp:cNvSpPr/>
      </dsp:nvSpPr>
      <dsp:spPr>
        <a:xfrm>
          <a:off x="4167522" y="397940"/>
          <a:ext cx="1926555" cy="924746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01" tIns="165100" rIns="19030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03</a:t>
          </a:r>
        </a:p>
      </dsp:txBody>
      <dsp:txXfrm>
        <a:off x="4167522" y="397940"/>
        <a:ext cx="1926555" cy="924746"/>
      </dsp:txXfrm>
    </dsp:sp>
    <dsp:sp modelId="{35B81594-F4FE-4F5D-A3A0-C183295F3CB4}">
      <dsp:nvSpPr>
        <dsp:cNvPr id="0" name=""/>
        <dsp:cNvSpPr/>
      </dsp:nvSpPr>
      <dsp:spPr>
        <a:xfrm>
          <a:off x="6248202" y="397940"/>
          <a:ext cx="1926555" cy="2311866"/>
        </a:xfrm>
        <a:prstGeom prst="rect">
          <a:avLst/>
        </a:prstGeom>
        <a:solidFill>
          <a:schemeClr val="accent2">
            <a:hueOff val="-7763915"/>
            <a:satOff val="34394"/>
            <a:lumOff val="-12648"/>
            <a:alphaOff val="0"/>
          </a:schemeClr>
        </a:solidFill>
        <a:ln w="12700" cap="flat" cmpd="sng" algn="ctr">
          <a:solidFill>
            <a:schemeClr val="accent2">
              <a:hueOff val="-7763915"/>
              <a:satOff val="34394"/>
              <a:lumOff val="-1264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01" tIns="0" rIns="19030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Assigning user roles</a:t>
          </a:r>
        </a:p>
      </dsp:txBody>
      <dsp:txXfrm>
        <a:off x="6248202" y="1322687"/>
        <a:ext cx="1926555" cy="1387119"/>
      </dsp:txXfrm>
    </dsp:sp>
    <dsp:sp modelId="{EBA175D8-6E8D-49A3-B45C-8CC1E41289B1}">
      <dsp:nvSpPr>
        <dsp:cNvPr id="0" name=""/>
        <dsp:cNvSpPr/>
      </dsp:nvSpPr>
      <dsp:spPr>
        <a:xfrm>
          <a:off x="6248202" y="397940"/>
          <a:ext cx="1926555" cy="924746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01" tIns="165100" rIns="19030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04</a:t>
          </a:r>
        </a:p>
      </dsp:txBody>
      <dsp:txXfrm>
        <a:off x="6248202" y="397940"/>
        <a:ext cx="1926555" cy="924746"/>
      </dsp:txXfrm>
    </dsp:sp>
    <dsp:sp modelId="{1DE44114-2CBC-4181-8483-2DBAE155282A}">
      <dsp:nvSpPr>
        <dsp:cNvPr id="0" name=""/>
        <dsp:cNvSpPr/>
      </dsp:nvSpPr>
      <dsp:spPr>
        <a:xfrm>
          <a:off x="8328881" y="397940"/>
          <a:ext cx="1926555" cy="2311866"/>
        </a:xfrm>
        <a:prstGeom prst="rect">
          <a:avLst/>
        </a:prstGeom>
        <a:solidFill>
          <a:schemeClr val="accent2">
            <a:hueOff val="-10351888"/>
            <a:satOff val="45859"/>
            <a:lumOff val="-16864"/>
            <a:alphaOff val="0"/>
          </a:schemeClr>
        </a:solidFill>
        <a:ln w="12700" cap="flat" cmpd="sng" algn="ctr">
          <a:solidFill>
            <a:schemeClr val="accent2">
              <a:hueOff val="-10351888"/>
              <a:satOff val="45859"/>
              <a:lumOff val="-1686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01" tIns="0" rIns="190301" bIns="33020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Updating user profile</a:t>
          </a:r>
        </a:p>
      </dsp:txBody>
      <dsp:txXfrm>
        <a:off x="8328881" y="1322687"/>
        <a:ext cx="1926555" cy="1387119"/>
      </dsp:txXfrm>
    </dsp:sp>
    <dsp:sp modelId="{6B50F48F-6C7C-423D-94BC-BD4C6311670E}">
      <dsp:nvSpPr>
        <dsp:cNvPr id="0" name=""/>
        <dsp:cNvSpPr/>
      </dsp:nvSpPr>
      <dsp:spPr>
        <a:xfrm>
          <a:off x="8328881" y="397940"/>
          <a:ext cx="1926555" cy="924746"/>
        </a:xfrm>
        <a:prstGeom prst="rect">
          <a:avLst/>
        </a:prstGeom>
        <a:noFill/>
        <a:ln w="12700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301" tIns="165100" rIns="190301" bIns="16510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05</a:t>
          </a:r>
        </a:p>
      </dsp:txBody>
      <dsp:txXfrm>
        <a:off x="8328881" y="397940"/>
        <a:ext cx="1926555" cy="9247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8BE60D-DD57-4531-838B-89B4BBC5F75F}">
      <dsp:nvSpPr>
        <dsp:cNvPr id="0" name=""/>
        <dsp:cNvSpPr/>
      </dsp:nvSpPr>
      <dsp:spPr>
        <a:xfrm>
          <a:off x="1566929" y="0"/>
          <a:ext cx="5522232" cy="552223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9EFB50-5B86-40F7-9C96-DBE792386C60}">
      <dsp:nvSpPr>
        <dsp:cNvPr id="0" name=""/>
        <dsp:cNvSpPr/>
      </dsp:nvSpPr>
      <dsp:spPr>
        <a:xfrm>
          <a:off x="2091541" y="524612"/>
          <a:ext cx="2153670" cy="215367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b="1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u="sng" kern="1200" dirty="0"/>
            <a:t>User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 err="1"/>
            <a:t>userId</a:t>
          </a:r>
          <a:r>
            <a:rPr lang="en-IN" sz="1100" kern="1200" dirty="0"/>
            <a:t>: Long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Username: String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Password: String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Email: String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Role: String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/>
            <a:t>Is active: Boolean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b="1" u="sng" kern="1200" dirty="0"/>
            <a:t>Methods</a:t>
          </a:r>
          <a:endParaRPr lang="en-IN" sz="1100" u="sng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 dirty="0" err="1"/>
            <a:t>updateProfile</a:t>
          </a:r>
          <a:r>
            <a:rPr lang="en-IN" sz="1100" kern="1200" dirty="0"/>
            <a:t>(), </a:t>
          </a:r>
          <a:r>
            <a:rPr lang="en-IN" sz="1100" kern="1200" dirty="0" err="1"/>
            <a:t>getRole</a:t>
          </a:r>
          <a:r>
            <a:rPr lang="en-IN" sz="1100" kern="1200" dirty="0"/>
            <a:t>()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100" kern="1200" dirty="0"/>
        </a:p>
      </dsp:txBody>
      <dsp:txXfrm>
        <a:off x="2196675" y="629746"/>
        <a:ext cx="1943402" cy="1943402"/>
      </dsp:txXfrm>
    </dsp:sp>
    <dsp:sp modelId="{275CB5B7-E08B-4931-B05A-24B41B33D61A}">
      <dsp:nvSpPr>
        <dsp:cNvPr id="0" name=""/>
        <dsp:cNvSpPr/>
      </dsp:nvSpPr>
      <dsp:spPr>
        <a:xfrm>
          <a:off x="4410878" y="524612"/>
          <a:ext cx="2153670" cy="215367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 err="1"/>
            <a:t>AuthService</a:t>
          </a:r>
          <a:endParaRPr lang="en-IN" sz="1600" b="1" u="sng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validateLogin</a:t>
          </a:r>
          <a:r>
            <a:rPr lang="en-IN" sz="1600" kern="1200" dirty="0"/>
            <a:t>()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encryptPassword</a:t>
          </a:r>
          <a:r>
            <a:rPr lang="en-IN" sz="1600" kern="1200" dirty="0"/>
            <a:t>()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generateToken</a:t>
          </a:r>
          <a:r>
            <a:rPr lang="en-IN" sz="1600" kern="1200" dirty="0"/>
            <a:t>()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 err="1"/>
            <a:t>validateToken</a:t>
          </a:r>
          <a:r>
            <a:rPr lang="en-IN" sz="1600" kern="1200" dirty="0"/>
            <a:t>()</a:t>
          </a:r>
        </a:p>
      </dsp:txBody>
      <dsp:txXfrm>
        <a:off x="4516012" y="629746"/>
        <a:ext cx="1943402" cy="1943402"/>
      </dsp:txXfrm>
    </dsp:sp>
    <dsp:sp modelId="{80ED6893-2654-4BBB-81F5-0F7391A4BCF3}">
      <dsp:nvSpPr>
        <dsp:cNvPr id="0" name=""/>
        <dsp:cNvSpPr/>
      </dsp:nvSpPr>
      <dsp:spPr>
        <a:xfrm>
          <a:off x="2091541" y="2843949"/>
          <a:ext cx="2153670" cy="215367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b="1" u="sng" kern="1200" dirty="0" err="1"/>
            <a:t>AuthController</a:t>
          </a:r>
          <a:endParaRPr lang="en-IN" sz="1600" u="sng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login()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logout()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register(User)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600" kern="1200" dirty="0"/>
            <a:t>User </a:t>
          </a:r>
          <a:r>
            <a:rPr lang="en-IN" sz="1600" i="1" kern="1200" dirty="0"/>
            <a:t>(manages)</a:t>
          </a:r>
          <a:endParaRPr lang="en-IN" sz="1600" kern="1200" dirty="0"/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b="1" kern="1200" dirty="0"/>
        </a:p>
      </dsp:txBody>
      <dsp:txXfrm>
        <a:off x="2196675" y="2949083"/>
        <a:ext cx="1943402" cy="1943402"/>
      </dsp:txXfrm>
    </dsp:sp>
    <dsp:sp modelId="{41832012-4018-44C2-A693-CB3503949673}">
      <dsp:nvSpPr>
        <dsp:cNvPr id="0" name=""/>
        <dsp:cNvSpPr/>
      </dsp:nvSpPr>
      <dsp:spPr>
        <a:xfrm>
          <a:off x="4410878" y="2843949"/>
          <a:ext cx="2153670" cy="21536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b="1" u="sng" kern="1200" dirty="0" err="1"/>
            <a:t>AuthSUserRepository</a:t>
          </a:r>
          <a:endParaRPr lang="en-IN" sz="1400" b="1" u="sng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/>
            <a:t>findUserByUsername</a:t>
          </a:r>
          <a:r>
            <a:rPr lang="en-IN" sz="1400" kern="1200" dirty="0"/>
            <a:t>()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/>
            <a:t>saveUser</a:t>
          </a:r>
          <a:r>
            <a:rPr lang="en-IN" sz="1400" kern="1200" dirty="0"/>
            <a:t>()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/>
            <a:t>updateUser</a:t>
          </a:r>
          <a:r>
            <a:rPr lang="en-IN" sz="1400" kern="1200" dirty="0"/>
            <a:t>()</a:t>
          </a:r>
          <a:r>
            <a:rPr lang="en-IN" sz="1400" b="1" kern="1200" dirty="0" err="1"/>
            <a:t>ervice</a:t>
          </a:r>
          <a:endParaRPr lang="en-IN" sz="1400" b="1" kern="1200" dirty="0"/>
        </a:p>
      </dsp:txBody>
      <dsp:txXfrm>
        <a:off x="4516012" y="2949083"/>
        <a:ext cx="1943402" cy="19434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0A7B3-6521-4DCA-87E5-044747A908C1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0EA64-D806-43AC-9DF2-F8C432F32B4C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34690-1557-4C89-A502-4959FE7FAD70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D4976-E339-4826-83B7-FBD03F55ECF8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037C31-9E7A-4F99-8774-A0E530DE1A42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04F-A551-4DE0-9316-4DCD1D8CC752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BE4249-C0D0-4B06-8692-E8BB871AF643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042B0DB6-F5C7-45FB-8CF3-31B45F9C2DAC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F9C37B-1D36-470B-8223-D6C91242EC14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6F52A-A82B-47A2-A83A-8C4C91F2D59F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7A6979-0714-4377-B894-6BE4C2D6E20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1160EA64-D806-43AC-9DF2-F8C432F32B4C}" type="datetimeFigureOut">
              <a:rPr lang="en-US" dirty="0"/>
              <a:t>12/5/2025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8A7A6979-0714-4377-B894-6BE4C2D6E202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C7FF834-B204-4967-8D47-8BB36EAF0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80A22D-61EA-43E3-BD94-3E39CF902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918509"/>
            <a:ext cx="12192000" cy="19394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8FB276-F2C0-9D3F-8808-B46BFB187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SMART HOME ENERGY MANAGEMENT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4B979A-6F07-15F5-19B9-0ADF56265EAC}"/>
              </a:ext>
            </a:extLst>
          </p:cNvPr>
          <p:cNvSpPr txBox="1"/>
          <p:nvPr/>
        </p:nvSpPr>
        <p:spPr>
          <a:xfrm>
            <a:off x="2695194" y="5688535"/>
            <a:ext cx="6801612" cy="536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 defTabSz="914400">
              <a:spcBef>
                <a:spcPts val="1000"/>
              </a:spcBef>
              <a:buClr>
                <a:schemeClr val="accent2"/>
              </a:buClr>
            </a:pPr>
            <a:r>
              <a:rPr lang="en-US" kern="1200" cap="all" spc="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PRESENTED by Sri anjhanee k</a:t>
            </a:r>
            <a:endParaRPr lang="en-US" kern="1200">
              <a:solidFill>
                <a:srgbClr val="FFFFFF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A midsection of a person holding a miniature house">
            <a:extLst>
              <a:ext uri="{FF2B5EF4-FFF2-40B4-BE49-F238E27FC236}">
                <a16:creationId xmlns:a16="http://schemas.microsoft.com/office/drawing/2014/main" id="{713C7E84-1CF2-2EB9-24B0-8618F9E0C66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27" b="988"/>
          <a:stretch>
            <a:fillRect/>
          </a:stretch>
        </p:blipFill>
        <p:spPr>
          <a:xfrm>
            <a:off x="3161482" y="640078"/>
            <a:ext cx="5869036" cy="330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2173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3AA69-7B43-D811-A7F0-D3ACB31ACC2A}"/>
              </a:ext>
            </a:extLst>
          </p:cNvPr>
          <p:cNvSpPr txBox="1"/>
          <p:nvPr/>
        </p:nvSpPr>
        <p:spPr>
          <a:xfrm>
            <a:off x="2231136" y="467418"/>
            <a:ext cx="7729728" cy="1188720"/>
          </a:xfrm>
          <a:prstGeom prst="rect">
            <a:avLst/>
          </a:prstGeom>
          <a:solidFill>
            <a:srgbClr val="FFFFFF"/>
          </a:solidFill>
        </p:spPr>
        <p:txBody>
          <a:bodyPr vert="horz" lIns="182880" tIns="182880" rIns="182880" bIns="18288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kern="1200" cap="all" spc="200" baseline="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76E7D-8CAA-00E5-13FE-8FB4B3B6AB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6062" y="2291262"/>
            <a:ext cx="8779512" cy="2879256"/>
          </a:xfrm>
        </p:spPr>
        <p:txBody>
          <a:bodyPr vert="horz" lIns="91440" tIns="45720" rIns="91440" bIns="45720" rtlCol="0">
            <a:normAutofit/>
          </a:bodyPr>
          <a:lstStyle/>
          <a:p>
            <a:pPr marL="0">
              <a:lnSpc>
                <a:spcPct val="90000"/>
              </a:lnSpc>
            </a:pPr>
            <a:r>
              <a:rPr lang="en-US" sz="1500">
                <a:solidFill>
                  <a:srgbClr val="404040"/>
                </a:solidFill>
              </a:rPr>
              <a:t>A </a:t>
            </a:r>
            <a:r>
              <a:rPr lang="en-US" sz="1500" b="1">
                <a:solidFill>
                  <a:srgbClr val="404040"/>
                </a:solidFill>
              </a:rPr>
              <a:t>Smart Home Energy Management System </a:t>
            </a:r>
            <a:r>
              <a:rPr lang="en-US" sz="1500">
                <a:solidFill>
                  <a:srgbClr val="404040"/>
                </a:solidFill>
              </a:rPr>
              <a:t>(SHEMS) is a software-based solution that makes your home smart by saving electricity, reducing bills, and giving complete control over devices.</a:t>
            </a:r>
          </a:p>
          <a:p>
            <a:pPr marL="0">
              <a:lnSpc>
                <a:spcPct val="90000"/>
              </a:lnSpc>
            </a:pPr>
            <a:r>
              <a:rPr lang="en-US" sz="1500">
                <a:solidFill>
                  <a:srgbClr val="404040"/>
                </a:solidFill>
              </a:rPr>
              <a:t>It helps: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rgbClr val="404040"/>
                </a:solidFill>
              </a:rPr>
              <a:t>Monitor electricity usage of each appliance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rgbClr val="404040"/>
                </a:solidFill>
              </a:rPr>
              <a:t>Control and manage home devices remotely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rgbClr val="404040"/>
                </a:solidFill>
              </a:rPr>
              <a:t>Reduce energy wastage with informed decisions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rgbClr val="404040"/>
                </a:solidFill>
              </a:rPr>
              <a:t>Track usage patterns and energy consumption history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rgbClr val="404040"/>
                </a:solidFill>
              </a:rPr>
              <a:t>Lower electricity bills through optimal usage</a:t>
            </a:r>
          </a:p>
          <a:p>
            <a:pPr>
              <a:lnSpc>
                <a:spcPct val="90000"/>
              </a:lnSpc>
            </a:pPr>
            <a:r>
              <a:rPr lang="en-US" sz="1500">
                <a:solidFill>
                  <a:srgbClr val="404040"/>
                </a:solidFill>
              </a:rPr>
              <a:t>It uses </a:t>
            </a:r>
            <a:r>
              <a:rPr lang="en-US" sz="1500" b="1">
                <a:solidFill>
                  <a:srgbClr val="404040"/>
                </a:solidFill>
              </a:rPr>
              <a:t>sensors, server, and database</a:t>
            </a:r>
            <a:r>
              <a:rPr lang="en-US" sz="1500">
                <a:solidFill>
                  <a:srgbClr val="404040"/>
                </a:solidFill>
              </a:rPr>
              <a:t> to collect data and display meaningful insights to the user.</a:t>
            </a:r>
          </a:p>
          <a:p>
            <a:pPr>
              <a:lnSpc>
                <a:spcPct val="90000"/>
              </a:lnSpc>
            </a:pPr>
            <a:endParaRPr lang="en-US" sz="1500">
              <a:solidFill>
                <a:srgbClr val="4040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804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57BAF0-152D-BF15-B9EA-FD5BE19E1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C6BEDCE-5AA4-BB61-CA5B-7A007D38A17B}"/>
              </a:ext>
            </a:extLst>
          </p:cNvPr>
          <p:cNvSpPr txBox="1"/>
          <p:nvPr/>
        </p:nvSpPr>
        <p:spPr>
          <a:xfrm>
            <a:off x="2231136" y="964692"/>
            <a:ext cx="7729728" cy="1188720"/>
          </a:xfrm>
          <a:prstGeom prst="rect">
            <a:avLst/>
          </a:prstGeom>
        </p:spPr>
        <p:txBody>
          <a:bodyPr vert="horz" lIns="182880" tIns="182880" rIns="182880" bIns="18288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cap="all" spc="20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Existing System</a:t>
            </a:r>
            <a:endParaRPr lang="en-US" sz="2800" b="1" u="sng" cap="all" spc="200" dirty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35" name="Rectangle 2">
            <a:extLst>
              <a:ext uri="{FF2B5EF4-FFF2-40B4-BE49-F238E27FC236}">
                <a16:creationId xmlns:a16="http://schemas.microsoft.com/office/drawing/2014/main" id="{4C538A58-B103-2443-2F41-DD2AD5559A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3110041"/>
              </p:ext>
            </p:extLst>
          </p:nvPr>
        </p:nvGraphicFramePr>
        <p:xfrm>
          <a:off x="965200" y="1943952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1003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E52D44-1D52-2BB8-50FF-ECACDE027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TextBox 7">
            <a:extLst>
              <a:ext uri="{FF2B5EF4-FFF2-40B4-BE49-F238E27FC236}">
                <a16:creationId xmlns:a16="http://schemas.microsoft.com/office/drawing/2014/main" id="{38E5F833-4E9C-6A62-BC97-D79A95CBBA8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49916966"/>
              </p:ext>
            </p:extLst>
          </p:nvPr>
        </p:nvGraphicFramePr>
        <p:xfrm>
          <a:off x="1012722" y="3632769"/>
          <a:ext cx="9497444" cy="2062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2B04EA40-C11C-ADA4-0C8B-2AD79419A0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139795"/>
              </p:ext>
            </p:extLst>
          </p:nvPr>
        </p:nvGraphicFramePr>
        <p:xfrm>
          <a:off x="3595329" y="1474003"/>
          <a:ext cx="7043174" cy="2062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Arrow: Right 3">
            <a:extLst>
              <a:ext uri="{FF2B5EF4-FFF2-40B4-BE49-F238E27FC236}">
                <a16:creationId xmlns:a16="http://schemas.microsoft.com/office/drawing/2014/main" id="{2D16286D-60DC-2EFA-066B-EB1C185EAC47}"/>
              </a:ext>
            </a:extLst>
          </p:cNvPr>
          <p:cNvSpPr/>
          <p:nvPr/>
        </p:nvSpPr>
        <p:spPr>
          <a:xfrm>
            <a:off x="1179871" y="1669187"/>
            <a:ext cx="2330246" cy="1725311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Our proposed software system provides: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88F0F4-6601-837F-9AA1-C1077D48B65F}"/>
              </a:ext>
            </a:extLst>
          </p:cNvPr>
          <p:cNvSpPr txBox="1"/>
          <p:nvPr/>
        </p:nvSpPr>
        <p:spPr>
          <a:xfrm>
            <a:off x="393030" y="897209"/>
            <a:ext cx="5368414" cy="480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cap="all" spc="20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PROPOSED SOLUTION</a:t>
            </a:r>
            <a:endParaRPr lang="en-US" sz="2800" b="1" u="sng" cap="all" spc="200" dirty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06910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DC9D4-195A-060B-BBEF-FCF3C5AC9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BB157620-BEC9-E45E-9A99-9EF92D07CFA9}"/>
              </a:ext>
            </a:extLst>
          </p:cNvPr>
          <p:cNvSpPr txBox="1"/>
          <p:nvPr/>
        </p:nvSpPr>
        <p:spPr>
          <a:xfrm>
            <a:off x="4426527" y="544797"/>
            <a:ext cx="410005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System Configuration</a:t>
            </a:r>
            <a:endParaRPr lang="en-IN" sz="3200" b="1" u="sn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1D6358-464F-FAFF-FADB-41A66E3045FA}"/>
              </a:ext>
            </a:extLst>
          </p:cNvPr>
          <p:cNvSpPr txBox="1"/>
          <p:nvPr/>
        </p:nvSpPr>
        <p:spPr>
          <a:xfrm>
            <a:off x="2038197" y="3013359"/>
            <a:ext cx="932662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Java 17 - Main programming language</a:t>
            </a:r>
          </a:p>
          <a:p>
            <a:r>
              <a:rPr lang="en-IN" sz="1800" dirty="0"/>
              <a:t>Spring Boot - Configures project setup and builds REST APIs</a:t>
            </a:r>
          </a:p>
          <a:p>
            <a:r>
              <a:rPr lang="en-US" dirty="0"/>
              <a:t>Hibernate - ORM framework to map Java objects with database tables</a:t>
            </a:r>
            <a:endParaRPr lang="en-IN" sz="1800" dirty="0"/>
          </a:p>
          <a:p>
            <a:r>
              <a:rPr lang="en-US" dirty="0"/>
              <a:t>REST API - enables communication between client and server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0E8-77E6-C6F5-7D62-DC31E4E398D1}"/>
              </a:ext>
            </a:extLst>
          </p:cNvPr>
          <p:cNvSpPr txBox="1"/>
          <p:nvPr/>
        </p:nvSpPr>
        <p:spPr>
          <a:xfrm>
            <a:off x="2038197" y="4635010"/>
            <a:ext cx="69612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MySQL - Stores users, devices, and energy usage data securely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2B35A9-D0C7-E788-E922-D27D37E33C3B}"/>
              </a:ext>
            </a:extLst>
          </p:cNvPr>
          <p:cNvSpPr txBox="1"/>
          <p:nvPr/>
        </p:nvSpPr>
        <p:spPr>
          <a:xfrm>
            <a:off x="2038197" y="5581242"/>
            <a:ext cx="70546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dirty="0"/>
              <a:t>IDE: IntelliJ</a:t>
            </a:r>
          </a:p>
          <a:p>
            <a:r>
              <a:rPr lang="en-IN" sz="1800" dirty="0"/>
              <a:t>Version Control</a:t>
            </a:r>
            <a:r>
              <a:rPr lang="en-IN" sz="1800" b="1" dirty="0"/>
              <a:t>:</a:t>
            </a:r>
            <a:r>
              <a:rPr lang="en-IN" sz="1800" dirty="0"/>
              <a:t> Git &amp; GitHub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731889-1504-CC54-412C-6C045D8CCD47}"/>
              </a:ext>
            </a:extLst>
          </p:cNvPr>
          <p:cNvSpPr txBox="1"/>
          <p:nvPr/>
        </p:nvSpPr>
        <p:spPr>
          <a:xfrm>
            <a:off x="1156966" y="257452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highlight>
                  <a:srgbClr val="C0C0C0"/>
                </a:highlight>
              </a:rPr>
              <a:t>Backend &amp; Business Logic</a:t>
            </a:r>
            <a:endParaRPr lang="en-IN" sz="1800" dirty="0">
              <a:highlight>
                <a:srgbClr val="C0C0C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169302-4B58-526A-1760-23360E4AC8A3}"/>
              </a:ext>
            </a:extLst>
          </p:cNvPr>
          <p:cNvSpPr txBox="1"/>
          <p:nvPr/>
        </p:nvSpPr>
        <p:spPr>
          <a:xfrm>
            <a:off x="1213040" y="42656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highlight>
                  <a:srgbClr val="C0C0C0"/>
                </a:highlight>
              </a:rPr>
              <a:t>Database Layer</a:t>
            </a:r>
            <a:endParaRPr lang="en-IN" sz="1800" dirty="0">
              <a:highlight>
                <a:srgbClr val="C0C0C0"/>
              </a:highlight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EE5AFA-8F9C-E69C-DC57-0EB486B04951}"/>
              </a:ext>
            </a:extLst>
          </p:cNvPr>
          <p:cNvSpPr txBox="1"/>
          <p:nvPr/>
        </p:nvSpPr>
        <p:spPr>
          <a:xfrm>
            <a:off x="1213040" y="51279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highlight>
                  <a:srgbClr val="C0C0C0"/>
                </a:highlight>
              </a:rPr>
              <a:t>Development &amp; Version Control</a:t>
            </a:r>
            <a:endParaRPr lang="en-IN" sz="1800" dirty="0">
              <a:highlight>
                <a:srgbClr val="C0C0C0"/>
              </a:highlight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4173F3-FEFE-6771-60F6-CD58DF0409EC}"/>
              </a:ext>
            </a:extLst>
          </p:cNvPr>
          <p:cNvSpPr txBox="1"/>
          <p:nvPr/>
        </p:nvSpPr>
        <p:spPr>
          <a:xfrm>
            <a:off x="1213040" y="13749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IN" b="1" dirty="0">
                <a:highlight>
                  <a:srgbClr val="C0C0C0"/>
                </a:highlight>
              </a:rPr>
              <a:t>User Interface Layer</a:t>
            </a:r>
            <a:endParaRPr lang="en-IN" dirty="0">
              <a:highlight>
                <a:srgbClr val="C0C0C0"/>
              </a:highlight>
            </a:endParaRPr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E7DDBB64-36C4-5019-0BAB-17E39912B12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38197" y="1823762"/>
            <a:ext cx="493397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HTML, CSS, Bootstrap - for building user interface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Thymeleaf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- integrates backend data into webpages</a:t>
            </a:r>
          </a:p>
        </p:txBody>
      </p:sp>
    </p:spTree>
    <p:extLst>
      <p:ext uri="{BB962C8B-B14F-4D97-AF65-F5344CB8AC3E}">
        <p14:creationId xmlns:p14="http://schemas.microsoft.com/office/powerpoint/2010/main" val="44359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11D60-17DE-C899-8638-6A001C692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E1DEF7B-8986-B46E-BA3E-11637FCFCF3C}"/>
              </a:ext>
            </a:extLst>
          </p:cNvPr>
          <p:cNvSpPr txBox="1"/>
          <p:nvPr/>
        </p:nvSpPr>
        <p:spPr>
          <a:xfrm>
            <a:off x="874608" y="924499"/>
            <a:ext cx="10721189" cy="1188720"/>
          </a:xfrm>
          <a:prstGeom prst="rect">
            <a:avLst/>
          </a:prstGeom>
        </p:spPr>
        <p:txBody>
          <a:bodyPr vert="horz" lIns="182880" tIns="182880" rIns="182880" bIns="18288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cap="all" spc="20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Module 1 – Authentication &amp; Role Management</a:t>
            </a:r>
            <a:endParaRPr lang="en-US" sz="2400" b="1" u="sng" cap="all" spc="200" dirty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B3100173-45B3-959B-B566-67E23A21A6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5264587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77957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D84658-AB0A-B92C-2D08-24124474C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D4B6FEA-97E9-0FB0-5EC7-F518CFCE7DC6}"/>
              </a:ext>
            </a:extLst>
          </p:cNvPr>
          <p:cNvSpPr txBox="1"/>
          <p:nvPr/>
        </p:nvSpPr>
        <p:spPr>
          <a:xfrm>
            <a:off x="2231136" y="492743"/>
            <a:ext cx="7729728" cy="1188720"/>
          </a:xfrm>
          <a:prstGeom prst="rect">
            <a:avLst/>
          </a:prstGeom>
        </p:spPr>
        <p:txBody>
          <a:bodyPr vert="horz" lIns="182880" tIns="182880" rIns="182880" bIns="182880" rtlCol="0" anchor="ctr" anchorCtr="1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cap="all" spc="200" dirty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Classes in Module 1</a:t>
            </a:r>
            <a:endParaRPr lang="en-US" sz="2800" b="1" u="sng" cap="all" spc="200" dirty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C342BFF-C189-CC9E-3934-5B1D5890D6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9322344"/>
              </p:ext>
            </p:extLst>
          </p:nvPr>
        </p:nvGraphicFramePr>
        <p:xfrm>
          <a:off x="1559457" y="1765766"/>
          <a:ext cx="9364182" cy="3852239"/>
        </p:xfrm>
        <a:graphic>
          <a:graphicData uri="http://schemas.openxmlformats.org/drawingml/2006/table">
            <a:tbl>
              <a:tblPr>
                <a:noFill/>
                <a:tableStyleId>{8799B23B-EC83-4686-B30A-512413B5E67A}</a:tableStyleId>
              </a:tblPr>
              <a:tblGrid>
                <a:gridCol w="3689214">
                  <a:extLst>
                    <a:ext uri="{9D8B030D-6E8A-4147-A177-3AD203B41FA5}">
                      <a16:colId xmlns:a16="http://schemas.microsoft.com/office/drawing/2014/main" val="356402017"/>
                    </a:ext>
                  </a:extLst>
                </a:gridCol>
                <a:gridCol w="5674968">
                  <a:extLst>
                    <a:ext uri="{9D8B030D-6E8A-4147-A177-3AD203B41FA5}">
                      <a16:colId xmlns:a16="http://schemas.microsoft.com/office/drawing/2014/main" val="2449516521"/>
                    </a:ext>
                  </a:extLst>
                </a:gridCol>
              </a:tblGrid>
              <a:tr h="655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Class Name</a:t>
                      </a:r>
                    </a:p>
                  </a:txBody>
                  <a:tcPr marL="247499" marR="128699" marT="128699" marB="128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75000"/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Responsibility</a:t>
                      </a:r>
                    </a:p>
                  </a:txBody>
                  <a:tcPr marL="247499" marR="128699" marT="128699" marB="128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75000"/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80208"/>
                  </a:ext>
                </a:extLst>
              </a:tr>
              <a:tr h="942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User</a:t>
                      </a:r>
                      <a:endParaRPr lang="en-IN" sz="2000" cap="none" spc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47499" marR="128699" marT="128699" marB="128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75000"/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Stores user details like id, name, role, password</a:t>
                      </a:r>
                    </a:p>
                  </a:txBody>
                  <a:tcPr marL="247499" marR="128699" marT="128699" marB="128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75000"/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757145"/>
                  </a:ext>
                </a:extLst>
              </a:tr>
              <a:tr h="655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AuthController</a:t>
                      </a:r>
                      <a:endParaRPr lang="en-IN" sz="20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47499" marR="128699" marT="128699" marB="128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75000"/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Receives login &amp; register requests</a:t>
                      </a:r>
                    </a:p>
                  </a:txBody>
                  <a:tcPr marL="247499" marR="128699" marT="128699" marB="128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75000"/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364813"/>
                  </a:ext>
                </a:extLst>
              </a:tr>
              <a:tr h="6557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AuthService</a:t>
                      </a:r>
                      <a:endParaRPr lang="en-IN" sz="20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47499" marR="128699" marT="128699" marB="128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75000"/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Validates login &amp; encrypts password</a:t>
                      </a:r>
                    </a:p>
                  </a:txBody>
                  <a:tcPr marL="247499" marR="128699" marT="128699" marB="128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75000"/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796493"/>
                  </a:ext>
                </a:extLst>
              </a:tr>
              <a:tr h="9425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UserRepository</a:t>
                      </a:r>
                      <a:endParaRPr lang="en-IN" sz="2000" cap="none" spc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marL="247499" marR="128699" marT="128699" marB="128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75000"/>
                        <a:alpha val="34902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Connects service with database to save/find users</a:t>
                      </a:r>
                    </a:p>
                  </a:txBody>
                  <a:tcPr marL="247499" marR="128699" marT="128699" marB="128699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2">
                        <a:lumMod val="75000"/>
                        <a:alpha val="34902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599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5809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6B748-404B-75F5-F443-27E2A5852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7537C65B-E7B7-F156-8869-6FE9129C5D67}"/>
              </a:ext>
            </a:extLst>
          </p:cNvPr>
          <p:cNvSpPr txBox="1"/>
          <p:nvPr/>
        </p:nvSpPr>
        <p:spPr>
          <a:xfrm>
            <a:off x="1213103" y="452612"/>
            <a:ext cx="94974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Class Diagram</a:t>
            </a:r>
            <a:endParaRPr lang="en-IN" sz="3200" b="1" u="sng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27B2328-C825-AF7C-12E5-3670B57A307C}"/>
              </a:ext>
            </a:extLst>
          </p:cNvPr>
          <p:cNvSpPr txBox="1">
            <a:spLocks/>
          </p:cNvSpPr>
          <p:nvPr/>
        </p:nvSpPr>
        <p:spPr>
          <a:xfrm>
            <a:off x="1213103" y="3778263"/>
            <a:ext cx="2516412" cy="1382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B6C0288-171E-5EB5-B5A7-6BE4CD2328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19334633"/>
              </p:ext>
            </p:extLst>
          </p:nvPr>
        </p:nvGraphicFramePr>
        <p:xfrm>
          <a:off x="1890186" y="883155"/>
          <a:ext cx="8656091" cy="5522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5556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A6A488-FD87-67D0-12BF-425878E6B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E6D09B9-A175-8AC3-EE33-2DA6A4A20946}"/>
              </a:ext>
            </a:extLst>
          </p:cNvPr>
          <p:cNvSpPr txBox="1"/>
          <p:nvPr/>
        </p:nvSpPr>
        <p:spPr>
          <a:xfrm>
            <a:off x="2231136" y="964692"/>
            <a:ext cx="7729728" cy="1188720"/>
          </a:xfrm>
          <a:prstGeom prst="rect">
            <a:avLst/>
          </a:prstGeom>
        </p:spPr>
        <p:txBody>
          <a:bodyPr vert="horz" lIns="182880" tIns="182880" rIns="182880" bIns="18288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cap="all" spc="200" dirty="0">
                <a:solidFill>
                  <a:srgbClr val="262626"/>
                </a:solidFill>
                <a:ea typeface="+mj-ea"/>
                <a:cs typeface="+mj-cs"/>
              </a:rPr>
              <a:t>Database Schema for Module 1</a:t>
            </a:r>
            <a:endParaRPr lang="en-US" sz="2800" u="sng" cap="all" spc="200" dirty="0">
              <a:solidFill>
                <a:srgbClr val="262626"/>
              </a:solidFill>
              <a:ea typeface="+mj-ea"/>
              <a:cs typeface="+mj-cs"/>
            </a:endParaRPr>
          </a:p>
        </p:txBody>
      </p:sp>
      <p:graphicFrame>
        <p:nvGraphicFramePr>
          <p:cNvPr id="36" name="Content Placeholder 1">
            <a:extLst>
              <a:ext uri="{FF2B5EF4-FFF2-40B4-BE49-F238E27FC236}">
                <a16:creationId xmlns:a16="http://schemas.microsoft.com/office/drawing/2014/main" id="{AE59A2C3-A2B4-15F7-6E9F-F0D484A20B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77483412"/>
              </p:ext>
            </p:extLst>
          </p:nvPr>
        </p:nvGraphicFramePr>
        <p:xfrm>
          <a:off x="1981834" y="2124063"/>
          <a:ext cx="8607508" cy="3107752"/>
        </p:xfrm>
        <a:graphic>
          <a:graphicData uri="http://schemas.openxmlformats.org/drawingml/2006/table">
            <a:tbl>
              <a:tblPr>
                <a:solidFill>
                  <a:schemeClr val="bg1"/>
                </a:solidFill>
              </a:tblPr>
              <a:tblGrid>
                <a:gridCol w="2333362">
                  <a:extLst>
                    <a:ext uri="{9D8B030D-6E8A-4147-A177-3AD203B41FA5}">
                      <a16:colId xmlns:a16="http://schemas.microsoft.com/office/drawing/2014/main" val="1284967753"/>
                    </a:ext>
                  </a:extLst>
                </a:gridCol>
                <a:gridCol w="2342270">
                  <a:extLst>
                    <a:ext uri="{9D8B030D-6E8A-4147-A177-3AD203B41FA5}">
                      <a16:colId xmlns:a16="http://schemas.microsoft.com/office/drawing/2014/main" val="3810841290"/>
                    </a:ext>
                  </a:extLst>
                </a:gridCol>
                <a:gridCol w="3931876">
                  <a:extLst>
                    <a:ext uri="{9D8B030D-6E8A-4147-A177-3AD203B41FA5}">
                      <a16:colId xmlns:a16="http://schemas.microsoft.com/office/drawing/2014/main" val="2470141424"/>
                    </a:ext>
                  </a:extLst>
                </a:gridCol>
              </a:tblGrid>
              <a:tr h="388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Column Name</a:t>
                      </a:r>
                    </a:p>
                  </a:txBody>
                  <a:tcPr marL="106692" marR="69784" marT="82071" marB="820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Data Type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1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Constraints / Description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053816"/>
                  </a:ext>
                </a:extLst>
              </a:tr>
              <a:tr h="388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 err="1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user_id</a:t>
                      </a:r>
                      <a:endParaRPr lang="en-IN" sz="1300" b="0" i="0" u="none" strike="noStrike" cap="none" spc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106692" marR="69784" marT="82071" marB="820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BIGINT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Primary Key, Auto Increment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4641353"/>
                  </a:ext>
                </a:extLst>
              </a:tr>
              <a:tr h="388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username</a:t>
                      </a:r>
                    </a:p>
                  </a:txBody>
                  <a:tcPr marL="106692" marR="69784" marT="82071" marB="820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VARCHAR(50)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Unique, Not Null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060876"/>
                  </a:ext>
                </a:extLst>
              </a:tr>
              <a:tr h="388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email</a:t>
                      </a:r>
                    </a:p>
                  </a:txBody>
                  <a:tcPr marL="106692" marR="69784" marT="82071" marB="820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VARCHAR(100)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Unique, Not Null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4302398"/>
                  </a:ext>
                </a:extLst>
              </a:tr>
              <a:tr h="388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password</a:t>
                      </a:r>
                    </a:p>
                  </a:txBody>
                  <a:tcPr marL="106692" marR="69784" marT="82071" marB="820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VARCHAR(255)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Not Null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6358939"/>
                  </a:ext>
                </a:extLst>
              </a:tr>
              <a:tr h="388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role</a:t>
                      </a:r>
                    </a:p>
                  </a:txBody>
                  <a:tcPr marL="106692" marR="69784" marT="82071" marB="820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VARCHAR(30)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Stores user roles (Admin / User / Manager)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558688"/>
                  </a:ext>
                </a:extLst>
              </a:tr>
              <a:tr h="388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is_active</a:t>
                      </a:r>
                    </a:p>
                  </a:txBody>
                  <a:tcPr marL="106692" marR="69784" marT="82071" marB="820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BOOLEAN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Default TRUE (Account status)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733729"/>
                  </a:ext>
                </a:extLst>
              </a:tr>
              <a:tr h="38846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created_at</a:t>
                      </a:r>
                    </a:p>
                  </a:txBody>
                  <a:tcPr marL="106692" marR="69784" marT="82071" marB="82071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TIMESTAMP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300" b="0" i="0" u="none" strike="noStrike" cap="none" spc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Default Current Timestamp</a:t>
                      </a:r>
                    </a:p>
                  </a:txBody>
                  <a:tcPr marL="106692" marR="69784" marT="82071" marB="82071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0446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132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C8D309-36BD-D372-317A-8D62D529B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D77C4D-2B80-9FC5-461A-7E378AF209BF}"/>
              </a:ext>
            </a:extLst>
          </p:cNvPr>
          <p:cNvSpPr txBox="1"/>
          <p:nvPr/>
        </p:nvSpPr>
        <p:spPr>
          <a:xfrm>
            <a:off x="1262729" y="1289303"/>
            <a:ext cx="9638443" cy="3339303"/>
          </a:xfrm>
          <a:prstGeom prst="rect">
            <a:avLst/>
          </a:prstGeom>
          <a:ln>
            <a:noFill/>
          </a:ln>
        </p:spPr>
        <p:txBody>
          <a:bodyPr vert="horz" lIns="274320" tIns="182880" rIns="274320" bIns="182880" rtlCol="0" anchor="ctr" anchorCtr="1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rPr>
              <a:t>Thank you!</a:t>
            </a:r>
            <a:endParaRPr lang="en-US" sz="5000" b="1" u="sng" kern="1200" cap="all" spc="200" baseline="0">
              <a:solidFill>
                <a:srgbClr val="262626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2270758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498</TotalTime>
  <Words>469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Parcel</vt:lpstr>
      <vt:lpstr>SMART HOME ENERGY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Prudhvini K</dc:creator>
  <cp:lastModifiedBy>Prudhvini K</cp:lastModifiedBy>
  <cp:revision>3</cp:revision>
  <dcterms:created xsi:type="dcterms:W3CDTF">2025-12-03T13:16:11Z</dcterms:created>
  <dcterms:modified xsi:type="dcterms:W3CDTF">2025-12-05T16:52:51Z</dcterms:modified>
</cp:coreProperties>
</file>